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전체 영상" id="{1f084162-18ac-7feb-be69-de56e3c490a5}">
          <p14:sldIdLst>
            <p14:sldId id="256"/>
            <p14:sldId id="257"/>
            <p14:sldId id="258"/>
            <p14:sldId id="259"/>
            <p14:sldId id="260"/>
            <p14:sldId id="261"/>
            <p14:sldId id="262"/>
          </p14:sldIdLst>
        </p14:section>
        <p14:section name="부품별 단독 영상" id="{f05f1b9d-4261-b94b-93b6-417a88d83dae}">
          <p14:sldIdLst>
            <p14:sldId id="263"/>
            <p14:sldId id="264"/>
            <p14:sldId id="265"/>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[나레이션]
안녕하세요, 바로바스입니다. 오늘은 대림바스 DB-4000 비데의 부품 교체 방법을 알려드릴게요. 화면에 보이는 모델을 사용하고 계신다면, 이 영상에서 소개하는 부품과 교체 방법을 그대로 적용하실 수 있습니다. 내 비데의 모델명은 본체에 붙어 있는 제품 라벨에서 확인할 수 있어요.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[나레이션]
먼저 비데 내부 구조를 살펴볼게요. 덮개를 열면 이렇게 주요 부품들이 보입니다. 1번은 노즐, 2번은 온수탱크, 3번은 메인 PCB, 4번은 급수부인 솔레노이드 밸브예요. 지금부터 각 부품이 고장 나면 어떤 증상이 나타나는지 하나씩 알아보겠습니다.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[나레이션]
첫 번째 부품은 노즐입니다. 노즐은 세정수를 직접 분사하는 부분이에요. 물줄기가 약해지거나 한쪽으로 퍼질 때, 버튼을 눌러도 노즐이 나오지 않거나 들어가지 않을 때, 사용하지 않는데도 노즐 끝에서 물이 떨어질 때는 노즐 교체가 필요합니다.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[나레이션]
두 번째 부품은 온수탱크입니다. 온수탱크는 세정에 쓰는 물을 따뜻하게 데워서 저장해 두는 부품이에요. 세정수가 차갑게 나오거나, 온도를 올려도 물이 데워지지 않을 때, 그리고 비데 아래쪽으로 물이 샐 때는 온수탱크를 점검하고 교체해야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[나레이션]
세 번째 부품은 메인 PCB입니다. 메인 PCB는 비데의 두뇌 역할을 하는 기판으로, 모든 동작을 제어해요. 전원이 아예 들어오지 않거나, 버튼을 눌러도 반응이 없을 때, 표시 램프가 깜빡이면서 작동이 멈출 때는 메인 PCB 고장을 의심해 볼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[나레이션]
네 번째 부품은 급수부, 솔레노이드 밸브입니다. 솔레노이드 밸브는 비데로 들어가는 물을 열고 닫는 역할을 해요. 세정 버튼을 눌러도 물이 나오지 않거나, 딸깍 소리만 나고 물이 안 나올 때, 반대로 사용하지 않는데도 물이 계속 흐를 때는 급수부 교체가 필요합니다.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[나레이션]
교체가 끝났다면 급수 밸브를 다시 열고 전원 플러그를 꽂은 뒤, 정상적으로 작동하는지 확인해 주세요. 필요한 부품은 네이버에서 바로바스를 검색하시면 구매하실 수 있습니다. 도움이 되셨다면 구독과 좋아요 부탁드려요.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[나레이션]
안녕하세요, 바로바스입니다. 이번 영상에서는 대림바스 DB-4000 비데의 노즐 교체 방법을 알려드릴게요. 먼저 어떤 증상이 있을 때 노즐 교체가 필요한지부터 확인해 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[나레이션]
안녕하세요, 바로바스입니다. 이번 영상에서는 대림바스 DB-4000 비데의 온수탱크 교체 방법을 알려드릴게요. 먼저 어떤 증상이 있을 때 온수탱크 교체가 필요한지부터 확인해 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[나레이션]
안녕하세요, 바로바스입니다. 이번 영상에서는 대림바스 DB-4000 비데의 메인 PCB 교체 방법을 알려드릴게요. 먼저 어떤 증상이 있을 때 메인 PCB 교체가 필요한지부터 확인해 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[나레이션]
안녕하세요, 바로바스입니다. 이번 영상에서는 대림바스 DB-4000 비데의 급수부 교체 방법을 알려드릴게요. 먼저 어떤 증상이 있을 때 급수부 교체가 필요한지부터 확인해 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4F8F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699248" y="4727448"/>
            <a:ext cx="182880" cy="182880"/>
          </a:xfrm>
          <a:prstGeom prst="rect">
            <a:avLst/>
          </a:prstGeom>
        </p:spPr>
      </p:pic>
      <p:sp>
        <p:nvSpPr>
          <p:cNvPr id="3" name="Text 0"/>
          <p:cNvSpPr/>
          <p:nvPr/>
        </p:nvSpPr>
        <p:spPr>
          <a:xfrm>
            <a:off x="7918704" y="4681728"/>
            <a:ext cx="822960" cy="274320"/>
          </a:xfrm>
          <a:prstGeom prst="rect">
            <a:avLst/>
          </a:prstGeom>
          <a:noFill/>
          <a:ln/>
        </p:spPr>
        <p:txBody>
          <a:bodyPr wrap="square" lIns="0" tIns="0" rIns="0" bIns="0" rtlCol="0" anchor="ctr"/>
          <a:lstStyle/>
          <a:p>
            <a:pPr indent="0" marL="0">
              <a:buNone/>
            </a:pPr>
            <a:r>
              <a:rPr lang="en-US" sz="1100" b="1" dirty="0">
                <a:solidFill>
                  <a:schemeClr val="tx2"/>
                </a:solidFill>
              </a:rPr>
              <a:t>바로바스</a:t>
            </a:r>
            <a:endParaRPr lang="en-US" sz="11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2324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699248" y="4727448"/>
            <a:ext cx="182880" cy="182880"/>
          </a:xfrm>
          <a:prstGeom prst="rect">
            <a:avLst/>
          </a:prstGeom>
        </p:spPr>
      </p:pic>
      <p:sp>
        <p:nvSpPr>
          <p:cNvPr id="3" name="Text 0"/>
          <p:cNvSpPr/>
          <p:nvPr/>
        </p:nvSpPr>
        <p:spPr>
          <a:xfrm>
            <a:off x="7918704" y="4681728"/>
            <a:ext cx="822960" cy="274320"/>
          </a:xfrm>
          <a:prstGeom prst="rect">
            <a:avLst/>
          </a:prstGeom>
          <a:noFill/>
          <a:ln/>
        </p:spPr>
        <p:txBody>
          <a:bodyPr wrap="square" lIns="0" tIns="0" rIns="0" bIns="0" rtlCol="0" anchor="ctr"/>
          <a:lstStyle/>
          <a:p>
            <a:pPr indent="0" marL="0">
              <a:buNone/>
            </a:pPr>
            <a:r>
              <a:rPr lang="en-US" sz="1100" b="1" dirty="0">
                <a:solidFill>
                  <a:schemeClr val="bg1"/>
                </a:solidFill>
              </a:rPr>
              <a:t>바로바스</a:t>
            </a:r>
            <a:endParaRPr lang="en-US" sz="11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3.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2.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2.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2.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548640"/>
            <a:ext cx="4572000" cy="292608"/>
          </a:xfrm>
          <a:prstGeom prst="rect">
            <a:avLst/>
          </a:prstGeom>
          <a:noFill/>
          <a:ln/>
        </p:spPr>
        <p:txBody>
          <a:bodyPr wrap="square" lIns="0" tIns="0" rIns="0" bIns="0" rtlCol="0" anchor="ctr"/>
          <a:lstStyle/>
          <a:p>
            <a:pPr indent="0" marL="0">
              <a:buNone/>
            </a:pPr>
            <a:r>
              <a:rPr lang="en-US" sz="1400" b="1" dirty="0">
                <a:solidFill>
                  <a:schemeClr val="accent1"/>
                </a:solidFill>
              </a:rPr>
              <a:t>대림바스 비데</a:t>
            </a:r>
            <a:endParaRPr lang="en-US" sz="1400" dirty="0"/>
          </a:p>
        </p:txBody>
      </p:sp>
      <p:sp>
        <p:nvSpPr>
          <p:cNvPr id="3" name="Text 1"/>
          <p:cNvSpPr txBox="1"/>
          <p:nvPr/>
        </p:nvSpPr>
        <p:spPr>
          <a:xfrm>
            <a:off x="548640" y="841248"/>
            <a:ext cx="4572000" cy="777240"/>
          </a:xfrm>
          <a:prstGeom prst="rect">
            <a:avLst/>
          </a:prstGeom>
          <a:noFill/>
          <a:ln/>
        </p:spPr>
        <p:txBody>
          <a:bodyPr wrap="square" lIns="0" tIns="0" rIns="0" bIns="0" rtlCol="0" anchor="ctr"/>
          <a:lstStyle/>
          <a:p>
            <a:pPr indent="0" marL="0">
              <a:buNone/>
            </a:pPr>
            <a:r>
              <a:rPr lang="en-US" sz="4400" b="1" dirty="0">
                <a:solidFill>
                  <a:schemeClr val="bg1"/>
                </a:solidFill>
              </a:rPr>
              <a:t>DB-4000</a:t>
            </a:r>
            <a:endParaRPr lang="en-US" sz="4400" dirty="0"/>
          </a:p>
        </p:txBody>
      </p:sp>
      <p:pic>
        <p:nvPicPr>
          <p:cNvPr id="4" name="Image 0" descr="preencoded.png">    </p:cNvPr>
          <p:cNvPicPr>
            <a:picLocks noChangeAspect="1"/>
          </p:cNvPicPr>
          <p:nvPr/>
        </p:nvPicPr>
        <p:blipFill>
          <a:blip r:embed="rId1"/>
          <a:stretch>
            <a:fillRect/>
          </a:stretch>
        </p:blipFill>
        <p:spPr>
          <a:xfrm>
            <a:off x="548640" y="1828800"/>
            <a:ext cx="237744" cy="237744"/>
          </a:xfrm>
          <a:prstGeom prst="rect">
            <a:avLst/>
          </a:prstGeom>
        </p:spPr>
      </p:pic>
      <p:sp>
        <p:nvSpPr>
          <p:cNvPr id="5" name="Text 2"/>
          <p:cNvSpPr txBox="1"/>
          <p:nvPr/>
        </p:nvSpPr>
        <p:spPr>
          <a:xfrm>
            <a:off x="868680" y="1783080"/>
            <a:ext cx="2743200" cy="329184"/>
          </a:xfrm>
          <a:prstGeom prst="rect">
            <a:avLst/>
          </a:prstGeom>
          <a:noFill/>
          <a:ln/>
        </p:spPr>
        <p:txBody>
          <a:bodyPr wrap="square" lIns="0" tIns="0" rIns="0" bIns="0" rtlCol="0" anchor="ctr"/>
          <a:lstStyle/>
          <a:p>
            <a:pPr indent="0" marL="0">
              <a:buNone/>
            </a:pPr>
            <a:r>
              <a:rPr lang="en-US" sz="1600" b="1" dirty="0">
                <a:solidFill>
                  <a:schemeClr val="bg1"/>
                </a:solidFill>
              </a:rPr>
              <a:t>호환 가능 모델</a:t>
            </a:r>
            <a:endParaRPr lang="en-US" sz="1600" dirty="0"/>
          </a:p>
        </p:txBody>
      </p:sp>
      <p:sp>
        <p:nvSpPr>
          <p:cNvPr id="6" name="모델 칸"/>
          <p:cNvSpPr/>
          <p:nvPr/>
        </p:nvSpPr>
        <p:spPr>
          <a:xfrm>
            <a:off x="548640" y="2267712"/>
            <a:ext cx="2148840" cy="438912"/>
          </a:xfrm>
          <a:prstGeom prst="roundRect">
            <a:avLst>
              <a:gd name="adj" fmla="val 16667"/>
            </a:avLst>
          </a:prstGeom>
          <a:solidFill>
            <a:schemeClr val="accent4"/>
          </a:solidFill>
          <a:ln/>
        </p:spPr>
      </p:sp>
      <p:sp>
        <p:nvSpPr>
          <p:cNvPr id="7" name="Text 4"/>
          <p:cNvSpPr txBox="1"/>
          <p:nvPr/>
        </p:nvSpPr>
        <p:spPr>
          <a:xfrm>
            <a:off x="713232" y="2267712"/>
            <a:ext cx="1874520" cy="438912"/>
          </a:xfrm>
          <a:prstGeom prst="rect">
            <a:avLst/>
          </a:prstGeom>
          <a:noFill/>
          <a:ln/>
        </p:spPr>
        <p:txBody>
          <a:bodyPr wrap="square" lIns="0" tIns="0" rIns="0" bIns="0" rtlCol="0" anchor="ctr">
            <a:normAutofit/>
          </a:bodyPr>
          <a:lstStyle/>
          <a:p>
            <a:pPr indent="0" marL="0">
              <a:buNone/>
            </a:pPr>
            <a:r>
              <a:rPr lang="en-US" sz="1400" b="1" dirty="0">
                <a:solidFill>
                  <a:schemeClr val="accent2"/>
                </a:solidFill>
              </a:rPr>
              <a:t>DB-4000</a:t>
            </a:r>
            <a:endParaRPr lang="en-US" sz="1400" dirty="0"/>
          </a:p>
        </p:txBody>
      </p:sp>
      <p:sp>
        <p:nvSpPr>
          <p:cNvPr id="8" name="모델 칸"/>
          <p:cNvSpPr/>
          <p:nvPr/>
        </p:nvSpPr>
        <p:spPr>
          <a:xfrm>
            <a:off x="2834640" y="2267712"/>
            <a:ext cx="2148840" cy="438912"/>
          </a:xfrm>
          <a:prstGeom prst="roundRect">
            <a:avLst>
              <a:gd name="adj" fmla="val 16667"/>
            </a:avLst>
          </a:prstGeom>
          <a:solidFill>
            <a:schemeClr val="accent4"/>
          </a:solidFill>
          <a:ln/>
        </p:spPr>
      </p:sp>
      <p:sp>
        <p:nvSpPr>
          <p:cNvPr id="9" name="Text 6"/>
          <p:cNvSpPr txBox="1"/>
          <p:nvPr/>
        </p:nvSpPr>
        <p:spPr>
          <a:xfrm>
            <a:off x="2999232" y="2267712"/>
            <a:ext cx="1874520" cy="438912"/>
          </a:xfrm>
          <a:prstGeom prst="rect">
            <a:avLst/>
          </a:prstGeom>
          <a:noFill/>
          <a:ln/>
        </p:spPr>
        <p:txBody>
          <a:bodyPr wrap="square" lIns="0" tIns="0" rIns="0" bIns="0" rtlCol="0" anchor="ctr">
            <a:normAutofit/>
          </a:bodyPr>
          <a:lstStyle/>
          <a:p>
            <a:pPr indent="0" marL="0">
              <a:buNone/>
            </a:pPr>
            <a:r>
              <a:rPr lang="en-US" sz="1400" b="1" dirty="0">
                <a:solidFill>
                  <a:schemeClr val="bg1"/>
                </a:solidFill>
              </a:rPr>
              <a:t>호환 모델명 입력</a:t>
            </a:r>
            <a:endParaRPr lang="en-US" sz="1400" dirty="0"/>
          </a:p>
        </p:txBody>
      </p:sp>
      <p:sp>
        <p:nvSpPr>
          <p:cNvPr id="10" name="모델 칸"/>
          <p:cNvSpPr/>
          <p:nvPr/>
        </p:nvSpPr>
        <p:spPr>
          <a:xfrm>
            <a:off x="548640" y="2798064"/>
            <a:ext cx="2148840" cy="438912"/>
          </a:xfrm>
          <a:prstGeom prst="roundRect">
            <a:avLst>
              <a:gd name="adj" fmla="val 16667"/>
            </a:avLst>
          </a:prstGeom>
          <a:solidFill>
            <a:schemeClr val="accent4"/>
          </a:solidFill>
          <a:ln/>
        </p:spPr>
      </p:sp>
      <p:sp>
        <p:nvSpPr>
          <p:cNvPr id="11" name="Text 8"/>
          <p:cNvSpPr txBox="1"/>
          <p:nvPr/>
        </p:nvSpPr>
        <p:spPr>
          <a:xfrm>
            <a:off x="713232" y="2798064"/>
            <a:ext cx="1874520" cy="438912"/>
          </a:xfrm>
          <a:prstGeom prst="rect">
            <a:avLst/>
          </a:prstGeom>
          <a:noFill/>
          <a:ln/>
        </p:spPr>
        <p:txBody>
          <a:bodyPr wrap="square" lIns="0" tIns="0" rIns="0" bIns="0" rtlCol="0" anchor="ctr">
            <a:normAutofit/>
          </a:bodyPr>
          <a:lstStyle/>
          <a:p>
            <a:pPr indent="0" marL="0">
              <a:buNone/>
            </a:pPr>
            <a:r>
              <a:rPr lang="en-US" sz="1400" b="1" dirty="0">
                <a:solidFill>
                  <a:schemeClr val="bg1"/>
                </a:solidFill>
              </a:rPr>
              <a:t>호환 모델명 입력</a:t>
            </a:r>
            <a:endParaRPr lang="en-US" sz="1400" dirty="0"/>
          </a:p>
        </p:txBody>
      </p:sp>
      <p:sp>
        <p:nvSpPr>
          <p:cNvPr id="12" name="모델 칸"/>
          <p:cNvSpPr/>
          <p:nvPr/>
        </p:nvSpPr>
        <p:spPr>
          <a:xfrm>
            <a:off x="2834640" y="2798064"/>
            <a:ext cx="2148840" cy="438912"/>
          </a:xfrm>
          <a:prstGeom prst="roundRect">
            <a:avLst>
              <a:gd name="adj" fmla="val 16667"/>
            </a:avLst>
          </a:prstGeom>
          <a:solidFill>
            <a:schemeClr val="accent4"/>
          </a:solidFill>
          <a:ln/>
        </p:spPr>
      </p:sp>
      <p:sp>
        <p:nvSpPr>
          <p:cNvPr id="13" name="Text 10"/>
          <p:cNvSpPr txBox="1"/>
          <p:nvPr/>
        </p:nvSpPr>
        <p:spPr>
          <a:xfrm>
            <a:off x="2999232" y="2798064"/>
            <a:ext cx="1874520" cy="438912"/>
          </a:xfrm>
          <a:prstGeom prst="rect">
            <a:avLst/>
          </a:prstGeom>
          <a:noFill/>
          <a:ln/>
        </p:spPr>
        <p:txBody>
          <a:bodyPr wrap="square" lIns="0" tIns="0" rIns="0" bIns="0" rtlCol="0" anchor="ctr">
            <a:normAutofit/>
          </a:bodyPr>
          <a:lstStyle/>
          <a:p>
            <a:pPr indent="0" marL="0">
              <a:buNone/>
            </a:pPr>
            <a:r>
              <a:rPr lang="en-US" sz="1400" b="1" dirty="0">
                <a:solidFill>
                  <a:schemeClr val="bg1"/>
                </a:solidFill>
              </a:rPr>
              <a:t>호환 모델명 입력</a:t>
            </a:r>
            <a:endParaRPr lang="en-US" sz="1400" dirty="0"/>
          </a:p>
        </p:txBody>
      </p:sp>
      <p:sp>
        <p:nvSpPr>
          <p:cNvPr id="14" name="모델 칸"/>
          <p:cNvSpPr/>
          <p:nvPr/>
        </p:nvSpPr>
        <p:spPr>
          <a:xfrm>
            <a:off x="548640" y="3328416"/>
            <a:ext cx="2148840" cy="438912"/>
          </a:xfrm>
          <a:prstGeom prst="roundRect">
            <a:avLst>
              <a:gd name="adj" fmla="val 16667"/>
            </a:avLst>
          </a:prstGeom>
          <a:solidFill>
            <a:schemeClr val="accent4"/>
          </a:solidFill>
          <a:ln/>
        </p:spPr>
      </p:sp>
      <p:sp>
        <p:nvSpPr>
          <p:cNvPr id="15" name="Text 12"/>
          <p:cNvSpPr txBox="1"/>
          <p:nvPr/>
        </p:nvSpPr>
        <p:spPr>
          <a:xfrm>
            <a:off x="713232" y="3328416"/>
            <a:ext cx="1874520" cy="438912"/>
          </a:xfrm>
          <a:prstGeom prst="rect">
            <a:avLst/>
          </a:prstGeom>
          <a:noFill/>
          <a:ln/>
        </p:spPr>
        <p:txBody>
          <a:bodyPr wrap="square" lIns="0" tIns="0" rIns="0" bIns="0" rtlCol="0" anchor="ctr">
            <a:normAutofit/>
          </a:bodyPr>
          <a:lstStyle/>
          <a:p>
            <a:pPr indent="0" marL="0">
              <a:buNone/>
            </a:pPr>
            <a:r>
              <a:rPr lang="en-US" sz="1400" b="1" dirty="0">
                <a:solidFill>
                  <a:schemeClr val="bg1"/>
                </a:solidFill>
              </a:rPr>
              <a:t>호환 모델명 입력</a:t>
            </a:r>
            <a:endParaRPr lang="en-US" sz="1400" dirty="0"/>
          </a:p>
        </p:txBody>
      </p:sp>
      <p:sp>
        <p:nvSpPr>
          <p:cNvPr id="16" name="모델 칸"/>
          <p:cNvSpPr/>
          <p:nvPr/>
        </p:nvSpPr>
        <p:spPr>
          <a:xfrm>
            <a:off x="2834640" y="3328416"/>
            <a:ext cx="2148840" cy="438912"/>
          </a:xfrm>
          <a:prstGeom prst="roundRect">
            <a:avLst>
              <a:gd name="adj" fmla="val 16667"/>
            </a:avLst>
          </a:prstGeom>
          <a:solidFill>
            <a:schemeClr val="accent4"/>
          </a:solidFill>
          <a:ln/>
        </p:spPr>
      </p:sp>
      <p:sp>
        <p:nvSpPr>
          <p:cNvPr id="17" name="Text 14"/>
          <p:cNvSpPr txBox="1"/>
          <p:nvPr/>
        </p:nvSpPr>
        <p:spPr>
          <a:xfrm>
            <a:off x="2999232" y="3328416"/>
            <a:ext cx="1874520" cy="438912"/>
          </a:xfrm>
          <a:prstGeom prst="rect">
            <a:avLst/>
          </a:prstGeom>
          <a:noFill/>
          <a:ln/>
        </p:spPr>
        <p:txBody>
          <a:bodyPr wrap="square" lIns="0" tIns="0" rIns="0" bIns="0" rtlCol="0" anchor="ctr">
            <a:normAutofit/>
          </a:bodyPr>
          <a:lstStyle/>
          <a:p>
            <a:pPr indent="0" marL="0">
              <a:buNone/>
            </a:pPr>
            <a:r>
              <a:rPr lang="en-US" sz="1400" b="1" dirty="0">
                <a:solidFill>
                  <a:schemeClr val="bg1"/>
                </a:solidFill>
              </a:rPr>
              <a:t>호환 모델명 입력</a:t>
            </a:r>
            <a:endParaRPr lang="en-US" sz="1400" dirty="0"/>
          </a:p>
        </p:txBody>
      </p:sp>
      <p:pic>
        <p:nvPicPr>
          <p:cNvPr id="18" name="Image 1" descr="preencoded.png">    </p:cNvPr>
          <p:cNvPicPr>
            <a:picLocks noChangeAspect="1"/>
          </p:cNvPicPr>
          <p:nvPr/>
        </p:nvPicPr>
        <p:blipFill>
          <a:blip r:embed="rId2"/>
          <a:stretch>
            <a:fillRect/>
          </a:stretch>
        </p:blipFill>
        <p:spPr>
          <a:xfrm>
            <a:off x="548640" y="4681728"/>
            <a:ext cx="182880" cy="182880"/>
          </a:xfrm>
          <a:prstGeom prst="rect">
            <a:avLst/>
          </a:prstGeom>
        </p:spPr>
      </p:pic>
      <p:sp>
        <p:nvSpPr>
          <p:cNvPr id="19" name="Text 15"/>
          <p:cNvSpPr txBox="1"/>
          <p:nvPr/>
        </p:nvSpPr>
        <p:spPr>
          <a:xfrm>
            <a:off x="804672" y="4645152"/>
            <a:ext cx="4572000" cy="256032"/>
          </a:xfrm>
          <a:prstGeom prst="rect">
            <a:avLst/>
          </a:prstGeom>
          <a:noFill/>
          <a:ln/>
        </p:spPr>
        <p:txBody>
          <a:bodyPr wrap="square" lIns="0" tIns="0" rIns="0" bIns="0" rtlCol="0" anchor="ctr"/>
          <a:lstStyle/>
          <a:p>
            <a:pPr indent="0" marL="0">
              <a:buNone/>
            </a:pPr>
            <a:r>
              <a:rPr lang="en-US" sz="1100" dirty="0">
                <a:solidFill>
                  <a:srgbClr val="B8CCD8"/>
                </a:solidFill>
              </a:rPr>
              <a:t>모델명은 본체에 붙은 제품 라벨에서 확인하세요</a:t>
            </a:r>
            <a:endParaRPr lang="en-US" sz="1100" dirty="0"/>
          </a:p>
        </p:txBody>
      </p:sp>
      <p:sp>
        <p:nvSpPr>
          <p:cNvPr id="20" name="사진 자리"/>
          <p:cNvSpPr/>
          <p:nvPr/>
        </p:nvSpPr>
        <p:spPr>
          <a:xfrm>
            <a:off x="5349240" y="457200"/>
            <a:ext cx="3291840" cy="4069080"/>
          </a:xfrm>
          <a:prstGeom prst="roundRect">
            <a:avLst>
              <a:gd name="adj" fmla="val 3333"/>
            </a:avLst>
          </a:prstGeom>
          <a:solidFill>
            <a:schemeClr val="accent4"/>
          </a:solidFill>
          <a:ln w="15875">
            <a:solidFill>
              <a:srgbClr val="5F8096"/>
            </a:solidFill>
            <a:prstDash val="dash"/>
          </a:ln>
        </p:spPr>
      </p:sp>
      <p:pic>
        <p:nvPicPr>
          <p:cNvPr id="21" name="Image 2" descr="preencoded.png">    </p:cNvPr>
          <p:cNvPicPr>
            <a:picLocks noChangeAspect="1"/>
          </p:cNvPicPr>
          <p:nvPr/>
        </p:nvPicPr>
        <p:blipFill>
          <a:blip r:embed="rId3"/>
          <a:stretch>
            <a:fillRect/>
          </a:stretch>
        </p:blipFill>
        <p:spPr>
          <a:xfrm>
            <a:off x="6766560" y="2116836"/>
            <a:ext cx="457200" cy="457200"/>
          </a:xfrm>
          <a:prstGeom prst="rect">
            <a:avLst/>
          </a:prstGeom>
        </p:spPr>
      </p:pic>
      <p:sp>
        <p:nvSpPr>
          <p:cNvPr id="22" name="Text 17"/>
          <p:cNvSpPr txBox="1"/>
          <p:nvPr/>
        </p:nvSpPr>
        <p:spPr>
          <a:xfrm>
            <a:off x="5440680" y="2610612"/>
            <a:ext cx="3108960" cy="256032"/>
          </a:xfrm>
          <a:prstGeom prst="rect">
            <a:avLst/>
          </a:prstGeom>
          <a:noFill/>
          <a:ln/>
        </p:spPr>
        <p:txBody>
          <a:bodyPr wrap="square" lIns="0" tIns="0" rIns="0" bIns="0" rtlCol="0" anchor="ctr"/>
          <a:lstStyle/>
          <a:p>
            <a:pPr algn="ctr" indent="0" marL="0">
              <a:buNone/>
            </a:pPr>
            <a:r>
              <a:rPr lang="en-US" sz="1000" dirty="0">
                <a:solidFill>
                  <a:srgbClr val="8FB0C4"/>
                </a:solidFill>
              </a:rPr>
              <a:t>DB-4000 제품 사진</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57200" y="347472"/>
            <a:ext cx="5486400" cy="548640"/>
          </a:xfrm>
          <a:prstGeom prst="rect">
            <a:avLst/>
          </a:prstGeom>
          <a:noFill/>
          <a:ln/>
        </p:spPr>
        <p:txBody>
          <a:bodyPr wrap="square" lIns="0" tIns="0" rIns="0" bIns="0" rtlCol="0" anchor="ctr"/>
          <a:lstStyle/>
          <a:p>
            <a:pPr indent="0" marL="0">
              <a:buNone/>
            </a:pPr>
            <a:r>
              <a:rPr lang="en-US" sz="2800" b="1" dirty="0">
                <a:solidFill>
                  <a:schemeClr val="tx2"/>
                </a:solidFill>
              </a:rPr>
              <a:t>비데 내부 구조</a:t>
            </a:r>
            <a:endParaRPr lang="en-US" sz="2800" dirty="0"/>
          </a:p>
        </p:txBody>
      </p:sp>
      <p:sp>
        <p:nvSpPr>
          <p:cNvPr id="3" name="Text 1"/>
          <p:cNvSpPr txBox="1"/>
          <p:nvPr/>
        </p:nvSpPr>
        <p:spPr>
          <a:xfrm>
            <a:off x="457200" y="896112"/>
            <a:ext cx="5486400" cy="274320"/>
          </a:xfrm>
          <a:prstGeom prst="rect">
            <a:avLst/>
          </a:prstGeom>
          <a:noFill/>
          <a:ln/>
        </p:spPr>
        <p:txBody>
          <a:bodyPr wrap="square" lIns="0" tIns="0" rIns="0" bIns="0" rtlCol="0" anchor="ctr"/>
          <a:lstStyle/>
          <a:p>
            <a:pPr indent="0" marL="0">
              <a:buNone/>
            </a:pPr>
            <a:r>
              <a:rPr lang="en-US" sz="1200" dirty="0">
                <a:solidFill>
                  <a:schemeClr val="accent5"/>
                </a:solidFill>
              </a:rPr>
              <a:t>번호 위치를 사진 속 부품 위로 옮겨 주세요</a:t>
            </a:r>
            <a:endParaRPr lang="en-US" sz="1200" dirty="0"/>
          </a:p>
        </p:txBody>
      </p:sp>
      <p:sp>
        <p:nvSpPr>
          <p:cNvPr id="4" name="사진 자리"/>
          <p:cNvSpPr/>
          <p:nvPr/>
        </p:nvSpPr>
        <p:spPr>
          <a:xfrm>
            <a:off x="457200" y="1280160"/>
            <a:ext cx="5212080" cy="3246120"/>
          </a:xfrm>
          <a:prstGeom prst="roundRect">
            <a:avLst>
              <a:gd name="adj" fmla="val 3380"/>
            </a:avLst>
          </a:prstGeom>
          <a:solidFill>
            <a:schemeClr val="accent6"/>
          </a:solidFill>
          <a:ln w="15875">
            <a:solidFill>
              <a:srgbClr val="B4C4CF"/>
            </a:solidFill>
            <a:prstDash val="dash"/>
          </a:ln>
        </p:spPr>
      </p:sp>
      <p:pic>
        <p:nvPicPr>
          <p:cNvPr id="5" name="Image 0" descr="preencoded.png">    </p:cNvPr>
          <p:cNvPicPr>
            <a:picLocks noChangeAspect="1"/>
          </p:cNvPicPr>
          <p:nvPr/>
        </p:nvPicPr>
        <p:blipFill>
          <a:blip r:embed="rId1"/>
          <a:stretch>
            <a:fillRect/>
          </a:stretch>
        </p:blipFill>
        <p:spPr>
          <a:xfrm>
            <a:off x="2834640" y="2528316"/>
            <a:ext cx="457200" cy="457200"/>
          </a:xfrm>
          <a:prstGeom prst="rect">
            <a:avLst/>
          </a:prstGeom>
        </p:spPr>
      </p:pic>
      <p:sp>
        <p:nvSpPr>
          <p:cNvPr id="6" name="Text 3"/>
          <p:cNvSpPr txBox="1"/>
          <p:nvPr/>
        </p:nvSpPr>
        <p:spPr>
          <a:xfrm>
            <a:off x="548640" y="3022092"/>
            <a:ext cx="5029200" cy="256032"/>
          </a:xfrm>
          <a:prstGeom prst="rect">
            <a:avLst/>
          </a:prstGeom>
          <a:noFill/>
          <a:ln/>
        </p:spPr>
        <p:txBody>
          <a:bodyPr wrap="square" lIns="0" tIns="0" rIns="0" bIns="0" rtlCol="0" anchor="ctr"/>
          <a:lstStyle/>
          <a:p>
            <a:pPr algn="ctr" indent="0" marL="0">
              <a:buNone/>
            </a:pPr>
            <a:r>
              <a:rPr lang="en-US" sz="1000" dirty="0">
                <a:solidFill>
                  <a:srgbClr val="7D909C"/>
                </a:solidFill>
              </a:rPr>
              <a:t>내부 사진 (덮개를 연 모습)</a:t>
            </a:r>
            <a:endParaRPr lang="en-US" sz="1000" dirty="0"/>
          </a:p>
        </p:txBody>
      </p:sp>
      <p:sp>
        <p:nvSpPr>
          <p:cNvPr id="7" name="번호 1"/>
          <p:cNvSpPr/>
          <p:nvPr/>
        </p:nvSpPr>
        <p:spPr>
          <a:xfrm>
            <a:off x="1097280" y="1600200"/>
            <a:ext cx="384048" cy="384048"/>
          </a:xfrm>
          <a:prstGeom prst="ellipse">
            <a:avLst/>
          </a:prstGeom>
          <a:solidFill>
            <a:schemeClr val="accent2"/>
          </a:solidFill>
          <a:ln w="19050">
            <a:solidFill>
              <a:schemeClr val="bg1"/>
            </a:solidFill>
            <a:prstDash val="solid"/>
          </a:ln>
        </p:spPr>
      </p:sp>
      <p:sp>
        <p:nvSpPr>
          <p:cNvPr id="8" name="Text 5"/>
          <p:cNvSpPr txBox="1"/>
          <p:nvPr/>
        </p:nvSpPr>
        <p:spPr>
          <a:xfrm>
            <a:off x="1097280" y="1600200"/>
            <a:ext cx="384048" cy="384048"/>
          </a:xfrm>
          <a:prstGeom prst="rect">
            <a:avLst/>
          </a:prstGeom>
          <a:noFill/>
          <a:ln/>
        </p:spPr>
        <p:txBody>
          <a:bodyPr wrap="square" lIns="0" tIns="0" rIns="0" bIns="0" rtlCol="0" anchor="ctr"/>
          <a:lstStyle/>
          <a:p>
            <a:pPr algn="ctr" indent="0" marL="0">
              <a:buNone/>
            </a:pPr>
            <a:r>
              <a:rPr lang="en-US" sz="1300" b="1" dirty="0">
                <a:solidFill>
                  <a:schemeClr val="tx2"/>
                </a:solidFill>
              </a:rPr>
              <a:t>1</a:t>
            </a:r>
            <a:endParaRPr lang="en-US" sz="1300" dirty="0"/>
          </a:p>
        </p:txBody>
      </p:sp>
      <p:sp>
        <p:nvSpPr>
          <p:cNvPr id="9" name="번호 2"/>
          <p:cNvSpPr/>
          <p:nvPr/>
        </p:nvSpPr>
        <p:spPr>
          <a:xfrm>
            <a:off x="2743200" y="1920240"/>
            <a:ext cx="384048" cy="384048"/>
          </a:xfrm>
          <a:prstGeom prst="ellipse">
            <a:avLst/>
          </a:prstGeom>
          <a:solidFill>
            <a:schemeClr val="accent2"/>
          </a:solidFill>
          <a:ln w="19050">
            <a:solidFill>
              <a:schemeClr val="bg1"/>
            </a:solidFill>
            <a:prstDash val="solid"/>
          </a:ln>
        </p:spPr>
      </p:sp>
      <p:sp>
        <p:nvSpPr>
          <p:cNvPr id="10" name="Text 7"/>
          <p:cNvSpPr txBox="1"/>
          <p:nvPr/>
        </p:nvSpPr>
        <p:spPr>
          <a:xfrm>
            <a:off x="2743200" y="1920240"/>
            <a:ext cx="384048" cy="384048"/>
          </a:xfrm>
          <a:prstGeom prst="rect">
            <a:avLst/>
          </a:prstGeom>
          <a:noFill/>
          <a:ln/>
        </p:spPr>
        <p:txBody>
          <a:bodyPr wrap="square" lIns="0" tIns="0" rIns="0" bIns="0" rtlCol="0" anchor="ctr"/>
          <a:lstStyle/>
          <a:p>
            <a:pPr algn="ctr" indent="0" marL="0">
              <a:buNone/>
            </a:pPr>
            <a:r>
              <a:rPr lang="en-US" sz="1300" b="1" dirty="0">
                <a:solidFill>
                  <a:schemeClr val="tx2"/>
                </a:solidFill>
              </a:rPr>
              <a:t>2</a:t>
            </a:r>
            <a:endParaRPr lang="en-US" sz="1300" dirty="0"/>
          </a:p>
        </p:txBody>
      </p:sp>
      <p:sp>
        <p:nvSpPr>
          <p:cNvPr id="11" name="번호 3"/>
          <p:cNvSpPr/>
          <p:nvPr/>
        </p:nvSpPr>
        <p:spPr>
          <a:xfrm>
            <a:off x="4297680" y="1645920"/>
            <a:ext cx="384048" cy="384048"/>
          </a:xfrm>
          <a:prstGeom prst="ellipse">
            <a:avLst/>
          </a:prstGeom>
          <a:solidFill>
            <a:schemeClr val="accent2"/>
          </a:solidFill>
          <a:ln w="19050">
            <a:solidFill>
              <a:schemeClr val="bg1"/>
            </a:solidFill>
            <a:prstDash val="solid"/>
          </a:ln>
        </p:spPr>
      </p:sp>
      <p:sp>
        <p:nvSpPr>
          <p:cNvPr id="12" name="Text 9"/>
          <p:cNvSpPr txBox="1"/>
          <p:nvPr/>
        </p:nvSpPr>
        <p:spPr>
          <a:xfrm>
            <a:off x="4297680" y="1645920"/>
            <a:ext cx="384048" cy="384048"/>
          </a:xfrm>
          <a:prstGeom prst="rect">
            <a:avLst/>
          </a:prstGeom>
          <a:noFill/>
          <a:ln/>
        </p:spPr>
        <p:txBody>
          <a:bodyPr wrap="square" lIns="0" tIns="0" rIns="0" bIns="0" rtlCol="0" anchor="ctr"/>
          <a:lstStyle/>
          <a:p>
            <a:pPr algn="ctr" indent="0" marL="0">
              <a:buNone/>
            </a:pPr>
            <a:r>
              <a:rPr lang="en-US" sz="1300" b="1" dirty="0">
                <a:solidFill>
                  <a:schemeClr val="tx2"/>
                </a:solidFill>
              </a:rPr>
              <a:t>3</a:t>
            </a:r>
            <a:endParaRPr lang="en-US" sz="1300" dirty="0"/>
          </a:p>
        </p:txBody>
      </p:sp>
      <p:sp>
        <p:nvSpPr>
          <p:cNvPr id="13" name="번호 4"/>
          <p:cNvSpPr/>
          <p:nvPr/>
        </p:nvSpPr>
        <p:spPr>
          <a:xfrm>
            <a:off x="1737360" y="3566160"/>
            <a:ext cx="384048" cy="384048"/>
          </a:xfrm>
          <a:prstGeom prst="ellipse">
            <a:avLst/>
          </a:prstGeom>
          <a:solidFill>
            <a:schemeClr val="accent2"/>
          </a:solidFill>
          <a:ln w="19050">
            <a:solidFill>
              <a:schemeClr val="bg1"/>
            </a:solidFill>
            <a:prstDash val="solid"/>
          </a:ln>
        </p:spPr>
      </p:sp>
      <p:sp>
        <p:nvSpPr>
          <p:cNvPr id="14" name="Text 11"/>
          <p:cNvSpPr txBox="1"/>
          <p:nvPr/>
        </p:nvSpPr>
        <p:spPr>
          <a:xfrm>
            <a:off x="1737360" y="3566160"/>
            <a:ext cx="384048" cy="384048"/>
          </a:xfrm>
          <a:prstGeom prst="rect">
            <a:avLst/>
          </a:prstGeom>
          <a:noFill/>
          <a:ln/>
        </p:spPr>
        <p:txBody>
          <a:bodyPr wrap="square" lIns="0" tIns="0" rIns="0" bIns="0" rtlCol="0" anchor="ctr"/>
          <a:lstStyle/>
          <a:p>
            <a:pPr algn="ctr" indent="0" marL="0">
              <a:buNone/>
            </a:pPr>
            <a:r>
              <a:rPr lang="en-US" sz="1300" b="1" dirty="0">
                <a:solidFill>
                  <a:schemeClr val="tx2"/>
                </a:solidFill>
              </a:rPr>
              <a:t>4</a:t>
            </a:r>
            <a:endParaRPr lang="en-US" sz="1300" dirty="0"/>
          </a:p>
        </p:txBody>
      </p:sp>
      <p:sp>
        <p:nvSpPr>
          <p:cNvPr id="15" name="범례"/>
          <p:cNvSpPr/>
          <p:nvPr/>
        </p:nvSpPr>
        <p:spPr>
          <a:xfrm>
            <a:off x="5943600" y="1280160"/>
            <a:ext cx="2743200" cy="603504"/>
          </a:xfrm>
          <a:prstGeom prst="roundRect">
            <a:avLst>
              <a:gd name="adj" fmla="val 15152"/>
            </a:avLst>
          </a:prstGeom>
          <a:solidFill>
            <a:schemeClr val="bg1"/>
          </a:solidFill>
          <a:ln/>
          <a:effectLst>
            <a:outerShdw sx="100000" sy="100000" kx="0" ky="0" algn="bl" rotWithShape="0" blurRad="101600" dist="25400" dir="5400000">
              <a:srgbClr val="12324A">
                <a:alpha val="10000"/>
              </a:srgbClr>
            </a:outerShdw>
          </a:effectLst>
        </p:spPr>
      </p:sp>
      <p:sp>
        <p:nvSpPr>
          <p:cNvPr id="16" name="번호 1"/>
          <p:cNvSpPr/>
          <p:nvPr/>
        </p:nvSpPr>
        <p:spPr>
          <a:xfrm>
            <a:off x="6053328" y="1389888"/>
            <a:ext cx="384048" cy="384048"/>
          </a:xfrm>
          <a:prstGeom prst="ellipse">
            <a:avLst/>
          </a:prstGeom>
          <a:solidFill>
            <a:schemeClr val="accent2"/>
          </a:solidFill>
          <a:ln w="19050">
            <a:solidFill>
              <a:schemeClr val="bg1"/>
            </a:solidFill>
            <a:prstDash val="solid"/>
          </a:ln>
        </p:spPr>
      </p:sp>
      <p:sp>
        <p:nvSpPr>
          <p:cNvPr id="17" name="Text 14"/>
          <p:cNvSpPr txBox="1"/>
          <p:nvPr/>
        </p:nvSpPr>
        <p:spPr>
          <a:xfrm>
            <a:off x="6053328" y="1389888"/>
            <a:ext cx="384048" cy="384048"/>
          </a:xfrm>
          <a:prstGeom prst="rect">
            <a:avLst/>
          </a:prstGeom>
          <a:noFill/>
          <a:ln/>
        </p:spPr>
        <p:txBody>
          <a:bodyPr wrap="square" lIns="0" tIns="0" rIns="0" bIns="0" rtlCol="0" anchor="ctr"/>
          <a:lstStyle/>
          <a:p>
            <a:pPr algn="ctr" indent="0" marL="0">
              <a:buNone/>
            </a:pPr>
            <a:r>
              <a:rPr lang="en-US" sz="1300" b="1" dirty="0">
                <a:solidFill>
                  <a:schemeClr val="tx2"/>
                </a:solidFill>
              </a:rPr>
              <a:t>1</a:t>
            </a:r>
            <a:endParaRPr lang="en-US" sz="1300" dirty="0"/>
          </a:p>
        </p:txBody>
      </p:sp>
      <p:sp>
        <p:nvSpPr>
          <p:cNvPr id="18" name="Text 15"/>
          <p:cNvSpPr txBox="1"/>
          <p:nvPr/>
        </p:nvSpPr>
        <p:spPr>
          <a:xfrm>
            <a:off x="6537960" y="1353312"/>
            <a:ext cx="2057400" cy="274320"/>
          </a:xfrm>
          <a:prstGeom prst="rect">
            <a:avLst/>
          </a:prstGeom>
          <a:noFill/>
          <a:ln/>
        </p:spPr>
        <p:txBody>
          <a:bodyPr wrap="square" lIns="0" tIns="0" rIns="0" bIns="0" rtlCol="0" anchor="ctr">
            <a:normAutofit/>
          </a:bodyPr>
          <a:lstStyle/>
          <a:p>
            <a:pPr indent="0" marL="0">
              <a:buNone/>
            </a:pPr>
            <a:r>
              <a:rPr lang="en-US" sz="1400" b="1" dirty="0">
                <a:solidFill>
                  <a:schemeClr val="tx2"/>
                </a:solidFill>
              </a:rPr>
              <a:t>노즐</a:t>
            </a:r>
            <a:endParaRPr lang="en-US" sz="1400" dirty="0"/>
          </a:p>
        </p:txBody>
      </p:sp>
      <p:sp>
        <p:nvSpPr>
          <p:cNvPr id="19" name="Text 16"/>
          <p:cNvSpPr txBox="1"/>
          <p:nvPr/>
        </p:nvSpPr>
        <p:spPr>
          <a:xfrm>
            <a:off x="6537960" y="1609344"/>
            <a:ext cx="2103120" cy="219456"/>
          </a:xfrm>
          <a:prstGeom prst="rect">
            <a:avLst/>
          </a:prstGeom>
          <a:noFill/>
          <a:ln/>
        </p:spPr>
        <p:txBody>
          <a:bodyPr wrap="square" lIns="0" tIns="0" rIns="0" bIns="0" rtlCol="0" anchor="ctr">
            <a:normAutofit/>
          </a:bodyPr>
          <a:lstStyle/>
          <a:p>
            <a:pPr indent="0" marL="0">
              <a:buNone/>
            </a:pPr>
            <a:r>
              <a:rPr lang="en-US" sz="1000" dirty="0">
                <a:solidFill>
                  <a:schemeClr val="accent5"/>
                </a:solidFill>
              </a:rPr>
              <a:t>세정수를 분사하는 부분</a:t>
            </a:r>
            <a:endParaRPr lang="en-US" sz="1000" dirty="0"/>
          </a:p>
        </p:txBody>
      </p:sp>
      <p:sp>
        <p:nvSpPr>
          <p:cNvPr id="20" name="범례"/>
          <p:cNvSpPr/>
          <p:nvPr/>
        </p:nvSpPr>
        <p:spPr>
          <a:xfrm>
            <a:off x="5943600" y="1993392"/>
            <a:ext cx="2743200" cy="603504"/>
          </a:xfrm>
          <a:prstGeom prst="roundRect">
            <a:avLst>
              <a:gd name="adj" fmla="val 15152"/>
            </a:avLst>
          </a:prstGeom>
          <a:solidFill>
            <a:schemeClr val="bg1"/>
          </a:solidFill>
          <a:ln/>
          <a:effectLst>
            <a:outerShdw sx="100000" sy="100000" kx="0" ky="0" algn="bl" rotWithShape="0" blurRad="101600" dist="25400" dir="5400000">
              <a:srgbClr val="12324A">
                <a:alpha val="10000"/>
              </a:srgbClr>
            </a:outerShdw>
          </a:effectLst>
        </p:spPr>
      </p:sp>
      <p:sp>
        <p:nvSpPr>
          <p:cNvPr id="21" name="번호 2"/>
          <p:cNvSpPr/>
          <p:nvPr/>
        </p:nvSpPr>
        <p:spPr>
          <a:xfrm>
            <a:off x="6053328" y="2103120"/>
            <a:ext cx="384048" cy="384048"/>
          </a:xfrm>
          <a:prstGeom prst="ellipse">
            <a:avLst/>
          </a:prstGeom>
          <a:solidFill>
            <a:schemeClr val="accent2"/>
          </a:solidFill>
          <a:ln w="19050">
            <a:solidFill>
              <a:schemeClr val="bg1"/>
            </a:solidFill>
            <a:prstDash val="solid"/>
          </a:ln>
        </p:spPr>
      </p:sp>
      <p:sp>
        <p:nvSpPr>
          <p:cNvPr id="22" name="Text 19"/>
          <p:cNvSpPr txBox="1"/>
          <p:nvPr/>
        </p:nvSpPr>
        <p:spPr>
          <a:xfrm>
            <a:off x="6053328" y="2103120"/>
            <a:ext cx="384048" cy="384048"/>
          </a:xfrm>
          <a:prstGeom prst="rect">
            <a:avLst/>
          </a:prstGeom>
          <a:noFill/>
          <a:ln/>
        </p:spPr>
        <p:txBody>
          <a:bodyPr wrap="square" lIns="0" tIns="0" rIns="0" bIns="0" rtlCol="0" anchor="ctr"/>
          <a:lstStyle/>
          <a:p>
            <a:pPr algn="ctr" indent="0" marL="0">
              <a:buNone/>
            </a:pPr>
            <a:r>
              <a:rPr lang="en-US" sz="1300" b="1" dirty="0">
                <a:solidFill>
                  <a:schemeClr val="tx2"/>
                </a:solidFill>
              </a:rPr>
              <a:t>2</a:t>
            </a:r>
            <a:endParaRPr lang="en-US" sz="1300" dirty="0"/>
          </a:p>
        </p:txBody>
      </p:sp>
      <p:sp>
        <p:nvSpPr>
          <p:cNvPr id="23" name="Text 20"/>
          <p:cNvSpPr txBox="1"/>
          <p:nvPr/>
        </p:nvSpPr>
        <p:spPr>
          <a:xfrm>
            <a:off x="6537960" y="2066544"/>
            <a:ext cx="2057400" cy="274320"/>
          </a:xfrm>
          <a:prstGeom prst="rect">
            <a:avLst/>
          </a:prstGeom>
          <a:noFill/>
          <a:ln/>
        </p:spPr>
        <p:txBody>
          <a:bodyPr wrap="square" lIns="0" tIns="0" rIns="0" bIns="0" rtlCol="0" anchor="ctr">
            <a:normAutofit/>
          </a:bodyPr>
          <a:lstStyle/>
          <a:p>
            <a:pPr indent="0" marL="0">
              <a:buNone/>
            </a:pPr>
            <a:r>
              <a:rPr lang="en-US" sz="1400" b="1" dirty="0">
                <a:solidFill>
                  <a:schemeClr val="tx2"/>
                </a:solidFill>
              </a:rPr>
              <a:t>온수탱크</a:t>
            </a:r>
            <a:endParaRPr lang="en-US" sz="1400" dirty="0"/>
          </a:p>
        </p:txBody>
      </p:sp>
      <p:sp>
        <p:nvSpPr>
          <p:cNvPr id="24" name="Text 21"/>
          <p:cNvSpPr txBox="1"/>
          <p:nvPr/>
        </p:nvSpPr>
        <p:spPr>
          <a:xfrm>
            <a:off x="6537960" y="2322576"/>
            <a:ext cx="2103120" cy="219456"/>
          </a:xfrm>
          <a:prstGeom prst="rect">
            <a:avLst/>
          </a:prstGeom>
          <a:noFill/>
          <a:ln/>
        </p:spPr>
        <p:txBody>
          <a:bodyPr wrap="square" lIns="0" tIns="0" rIns="0" bIns="0" rtlCol="0" anchor="ctr">
            <a:normAutofit/>
          </a:bodyPr>
          <a:lstStyle/>
          <a:p>
            <a:pPr indent="0" marL="0">
              <a:buNone/>
            </a:pPr>
            <a:r>
              <a:rPr lang="en-US" sz="1000" dirty="0">
                <a:solidFill>
                  <a:schemeClr val="accent5"/>
                </a:solidFill>
              </a:rPr>
              <a:t>세정수를 데워 저장하는 부분</a:t>
            </a:r>
            <a:endParaRPr lang="en-US" sz="1000" dirty="0"/>
          </a:p>
        </p:txBody>
      </p:sp>
      <p:sp>
        <p:nvSpPr>
          <p:cNvPr id="25" name="범례"/>
          <p:cNvSpPr/>
          <p:nvPr/>
        </p:nvSpPr>
        <p:spPr>
          <a:xfrm>
            <a:off x="5943600" y="2706624"/>
            <a:ext cx="2743200" cy="603504"/>
          </a:xfrm>
          <a:prstGeom prst="roundRect">
            <a:avLst>
              <a:gd name="adj" fmla="val 15152"/>
            </a:avLst>
          </a:prstGeom>
          <a:solidFill>
            <a:schemeClr val="bg1"/>
          </a:solidFill>
          <a:ln/>
          <a:effectLst>
            <a:outerShdw sx="100000" sy="100000" kx="0" ky="0" algn="bl" rotWithShape="0" blurRad="101600" dist="25400" dir="5400000">
              <a:srgbClr val="12324A">
                <a:alpha val="10000"/>
              </a:srgbClr>
            </a:outerShdw>
          </a:effectLst>
        </p:spPr>
      </p:sp>
      <p:sp>
        <p:nvSpPr>
          <p:cNvPr id="26" name="번호 3"/>
          <p:cNvSpPr/>
          <p:nvPr/>
        </p:nvSpPr>
        <p:spPr>
          <a:xfrm>
            <a:off x="6053328" y="2816352"/>
            <a:ext cx="384048" cy="384048"/>
          </a:xfrm>
          <a:prstGeom prst="ellipse">
            <a:avLst/>
          </a:prstGeom>
          <a:solidFill>
            <a:schemeClr val="accent2"/>
          </a:solidFill>
          <a:ln w="19050">
            <a:solidFill>
              <a:schemeClr val="bg1"/>
            </a:solidFill>
            <a:prstDash val="solid"/>
          </a:ln>
        </p:spPr>
      </p:sp>
      <p:sp>
        <p:nvSpPr>
          <p:cNvPr id="27" name="Text 24"/>
          <p:cNvSpPr txBox="1"/>
          <p:nvPr/>
        </p:nvSpPr>
        <p:spPr>
          <a:xfrm>
            <a:off x="6053328" y="2816352"/>
            <a:ext cx="384048" cy="384048"/>
          </a:xfrm>
          <a:prstGeom prst="rect">
            <a:avLst/>
          </a:prstGeom>
          <a:noFill/>
          <a:ln/>
        </p:spPr>
        <p:txBody>
          <a:bodyPr wrap="square" lIns="0" tIns="0" rIns="0" bIns="0" rtlCol="0" anchor="ctr"/>
          <a:lstStyle/>
          <a:p>
            <a:pPr algn="ctr" indent="0" marL="0">
              <a:buNone/>
            </a:pPr>
            <a:r>
              <a:rPr lang="en-US" sz="1300" b="1" dirty="0">
                <a:solidFill>
                  <a:schemeClr val="tx2"/>
                </a:solidFill>
              </a:rPr>
              <a:t>3</a:t>
            </a:r>
            <a:endParaRPr lang="en-US" sz="1300" dirty="0"/>
          </a:p>
        </p:txBody>
      </p:sp>
      <p:sp>
        <p:nvSpPr>
          <p:cNvPr id="28" name="Text 25"/>
          <p:cNvSpPr txBox="1"/>
          <p:nvPr/>
        </p:nvSpPr>
        <p:spPr>
          <a:xfrm>
            <a:off x="6537960" y="2779776"/>
            <a:ext cx="2057400" cy="274320"/>
          </a:xfrm>
          <a:prstGeom prst="rect">
            <a:avLst/>
          </a:prstGeom>
          <a:noFill/>
          <a:ln/>
        </p:spPr>
        <p:txBody>
          <a:bodyPr wrap="square" lIns="0" tIns="0" rIns="0" bIns="0" rtlCol="0" anchor="ctr">
            <a:normAutofit/>
          </a:bodyPr>
          <a:lstStyle/>
          <a:p>
            <a:pPr indent="0" marL="0">
              <a:buNone/>
            </a:pPr>
            <a:r>
              <a:rPr lang="en-US" sz="1400" b="1" dirty="0">
                <a:solidFill>
                  <a:schemeClr val="tx2"/>
                </a:solidFill>
              </a:rPr>
              <a:t>메인 PCB</a:t>
            </a:r>
            <a:endParaRPr lang="en-US" sz="1400" dirty="0"/>
          </a:p>
        </p:txBody>
      </p:sp>
      <p:sp>
        <p:nvSpPr>
          <p:cNvPr id="29" name="Text 26"/>
          <p:cNvSpPr txBox="1"/>
          <p:nvPr/>
        </p:nvSpPr>
        <p:spPr>
          <a:xfrm>
            <a:off x="6537960" y="3035808"/>
            <a:ext cx="2103120" cy="219456"/>
          </a:xfrm>
          <a:prstGeom prst="rect">
            <a:avLst/>
          </a:prstGeom>
          <a:noFill/>
          <a:ln/>
        </p:spPr>
        <p:txBody>
          <a:bodyPr wrap="square" lIns="0" tIns="0" rIns="0" bIns="0" rtlCol="0" anchor="ctr">
            <a:normAutofit/>
          </a:bodyPr>
          <a:lstStyle/>
          <a:p>
            <a:pPr indent="0" marL="0">
              <a:buNone/>
            </a:pPr>
            <a:r>
              <a:rPr lang="en-US" sz="1000" dirty="0">
                <a:solidFill>
                  <a:schemeClr val="accent5"/>
                </a:solidFill>
              </a:rPr>
              <a:t>비데 전체 동작을 제어하는 부분</a:t>
            </a:r>
            <a:endParaRPr lang="en-US" sz="1000" dirty="0"/>
          </a:p>
        </p:txBody>
      </p:sp>
      <p:sp>
        <p:nvSpPr>
          <p:cNvPr id="30" name="범례"/>
          <p:cNvSpPr/>
          <p:nvPr/>
        </p:nvSpPr>
        <p:spPr>
          <a:xfrm>
            <a:off x="5943600" y="3419856"/>
            <a:ext cx="2743200" cy="603504"/>
          </a:xfrm>
          <a:prstGeom prst="roundRect">
            <a:avLst>
              <a:gd name="adj" fmla="val 15152"/>
            </a:avLst>
          </a:prstGeom>
          <a:solidFill>
            <a:schemeClr val="bg1"/>
          </a:solidFill>
          <a:ln/>
          <a:effectLst>
            <a:outerShdw sx="100000" sy="100000" kx="0" ky="0" algn="bl" rotWithShape="0" blurRad="101600" dist="25400" dir="5400000">
              <a:srgbClr val="12324A">
                <a:alpha val="10000"/>
              </a:srgbClr>
            </a:outerShdw>
          </a:effectLst>
        </p:spPr>
      </p:sp>
      <p:sp>
        <p:nvSpPr>
          <p:cNvPr id="31" name="번호 4"/>
          <p:cNvSpPr/>
          <p:nvPr/>
        </p:nvSpPr>
        <p:spPr>
          <a:xfrm>
            <a:off x="6053328" y="3529584"/>
            <a:ext cx="384048" cy="384048"/>
          </a:xfrm>
          <a:prstGeom prst="ellipse">
            <a:avLst/>
          </a:prstGeom>
          <a:solidFill>
            <a:schemeClr val="accent2"/>
          </a:solidFill>
          <a:ln w="19050">
            <a:solidFill>
              <a:schemeClr val="bg1"/>
            </a:solidFill>
            <a:prstDash val="solid"/>
          </a:ln>
        </p:spPr>
      </p:sp>
      <p:sp>
        <p:nvSpPr>
          <p:cNvPr id="32" name="Text 29"/>
          <p:cNvSpPr txBox="1"/>
          <p:nvPr/>
        </p:nvSpPr>
        <p:spPr>
          <a:xfrm>
            <a:off x="6053328" y="3529584"/>
            <a:ext cx="384048" cy="384048"/>
          </a:xfrm>
          <a:prstGeom prst="rect">
            <a:avLst/>
          </a:prstGeom>
          <a:noFill/>
          <a:ln/>
        </p:spPr>
        <p:txBody>
          <a:bodyPr wrap="square" lIns="0" tIns="0" rIns="0" bIns="0" rtlCol="0" anchor="ctr"/>
          <a:lstStyle/>
          <a:p>
            <a:pPr algn="ctr" indent="0" marL="0">
              <a:buNone/>
            </a:pPr>
            <a:r>
              <a:rPr lang="en-US" sz="1300" b="1" dirty="0">
                <a:solidFill>
                  <a:schemeClr val="tx2"/>
                </a:solidFill>
              </a:rPr>
              <a:t>4</a:t>
            </a:r>
            <a:endParaRPr lang="en-US" sz="1300" dirty="0"/>
          </a:p>
        </p:txBody>
      </p:sp>
      <p:sp>
        <p:nvSpPr>
          <p:cNvPr id="33" name="Text 30"/>
          <p:cNvSpPr txBox="1"/>
          <p:nvPr/>
        </p:nvSpPr>
        <p:spPr>
          <a:xfrm>
            <a:off x="6537960" y="3493008"/>
            <a:ext cx="2057400" cy="274320"/>
          </a:xfrm>
          <a:prstGeom prst="rect">
            <a:avLst/>
          </a:prstGeom>
          <a:noFill/>
          <a:ln/>
        </p:spPr>
        <p:txBody>
          <a:bodyPr wrap="square" lIns="0" tIns="0" rIns="0" bIns="0" rtlCol="0" anchor="ctr">
            <a:normAutofit/>
          </a:bodyPr>
          <a:lstStyle/>
          <a:p>
            <a:pPr indent="0" marL="0">
              <a:buNone/>
            </a:pPr>
            <a:r>
              <a:rPr lang="en-US" sz="1400" b="1" dirty="0">
                <a:solidFill>
                  <a:schemeClr val="tx2"/>
                </a:solidFill>
              </a:rPr>
              <a:t>급수부</a:t>
            </a:r>
            <a:endParaRPr lang="en-US" sz="1400" dirty="0"/>
          </a:p>
        </p:txBody>
      </p:sp>
      <p:sp>
        <p:nvSpPr>
          <p:cNvPr id="34" name="Text 31"/>
          <p:cNvSpPr txBox="1"/>
          <p:nvPr/>
        </p:nvSpPr>
        <p:spPr>
          <a:xfrm>
            <a:off x="6537960" y="3749040"/>
            <a:ext cx="2103120" cy="219456"/>
          </a:xfrm>
          <a:prstGeom prst="rect">
            <a:avLst/>
          </a:prstGeom>
          <a:noFill/>
          <a:ln/>
        </p:spPr>
        <p:txBody>
          <a:bodyPr wrap="square" lIns="0" tIns="0" rIns="0" bIns="0" rtlCol="0" anchor="ctr">
            <a:normAutofit/>
          </a:bodyPr>
          <a:lstStyle/>
          <a:p>
            <a:pPr indent="0" marL="0">
              <a:buNone/>
            </a:pPr>
            <a:r>
              <a:rPr lang="en-US" sz="1000" dirty="0">
                <a:solidFill>
                  <a:schemeClr val="accent5"/>
                </a:solidFill>
              </a:rPr>
              <a:t>비데로 들어가는 물을 열고 닫는 부분</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번호 1"/>
          <p:cNvSpPr/>
          <p:nvPr/>
        </p:nvSpPr>
        <p:spPr>
          <a:xfrm>
            <a:off x="457200" y="457200"/>
            <a:ext cx="457200" cy="457200"/>
          </a:xfrm>
          <a:prstGeom prst="ellipse">
            <a:avLst/>
          </a:prstGeom>
          <a:solidFill>
            <a:schemeClr val="accent2"/>
          </a:solidFill>
          <a:ln w="12700">
            <a:solidFill>
              <a:schemeClr val="bg1"/>
            </a:solidFill>
            <a:prstDash val="solid"/>
          </a:ln>
        </p:spPr>
      </p:sp>
      <p:sp>
        <p:nvSpPr>
          <p:cNvPr id="3" name="Text 1"/>
          <p:cNvSpPr txBox="1"/>
          <p:nvPr/>
        </p:nvSpPr>
        <p:spPr>
          <a:xfrm>
            <a:off x="457200" y="457200"/>
            <a:ext cx="457200" cy="457200"/>
          </a:xfrm>
          <a:prstGeom prst="rect">
            <a:avLst/>
          </a:prstGeom>
          <a:noFill/>
          <a:ln/>
        </p:spPr>
        <p:txBody>
          <a:bodyPr wrap="square" lIns="0" tIns="0" rIns="0" bIns="0" rtlCol="0" anchor="ctr"/>
          <a:lstStyle/>
          <a:p>
            <a:pPr algn="ctr" indent="0" marL="0">
              <a:buNone/>
            </a:pPr>
            <a:r>
              <a:rPr lang="en-US" sz="1800" b="1" dirty="0">
                <a:solidFill>
                  <a:schemeClr val="tx2"/>
                </a:solidFill>
              </a:rPr>
              <a:t>1</a:t>
            </a:r>
            <a:endParaRPr lang="en-US" sz="1800" dirty="0"/>
          </a:p>
        </p:txBody>
      </p:sp>
      <p:sp>
        <p:nvSpPr>
          <p:cNvPr id="4" name="Text 2"/>
          <p:cNvSpPr txBox="1"/>
          <p:nvPr/>
        </p:nvSpPr>
        <p:spPr>
          <a:xfrm>
            <a:off x="1024128" y="457200"/>
            <a:ext cx="1828800" cy="457200"/>
          </a:xfrm>
          <a:prstGeom prst="rect">
            <a:avLst/>
          </a:prstGeom>
          <a:noFill/>
          <a:ln/>
        </p:spPr>
        <p:txBody>
          <a:bodyPr wrap="square" lIns="0" tIns="0" rIns="0" bIns="0" rtlCol="0" anchor="ctr"/>
          <a:lstStyle/>
          <a:p>
            <a:pPr indent="0" marL="0">
              <a:buNone/>
            </a:pPr>
            <a:r>
              <a:rPr lang="en-US" sz="1400" b="1" dirty="0">
                <a:solidFill>
                  <a:schemeClr val="accent1"/>
                </a:solidFill>
              </a:rPr>
              <a:t>부품 01</a:t>
            </a:r>
            <a:endParaRPr lang="en-US" sz="1400" dirty="0"/>
          </a:p>
        </p:txBody>
      </p:sp>
      <p:sp>
        <p:nvSpPr>
          <p:cNvPr id="5" name="Text 3"/>
          <p:cNvSpPr txBox="1"/>
          <p:nvPr/>
        </p:nvSpPr>
        <p:spPr>
          <a:xfrm>
            <a:off x="457200" y="1024128"/>
            <a:ext cx="4480560" cy="640080"/>
          </a:xfrm>
          <a:prstGeom prst="rect">
            <a:avLst/>
          </a:prstGeom>
          <a:noFill/>
          <a:ln/>
        </p:spPr>
        <p:txBody>
          <a:bodyPr wrap="square" lIns="0" tIns="0" rIns="0" bIns="0" rtlCol="0" anchor="ctr">
            <a:normAutofit/>
          </a:bodyPr>
          <a:lstStyle/>
          <a:p>
            <a:pPr indent="0" marL="0">
              <a:buNone/>
            </a:pPr>
            <a:r>
              <a:rPr lang="en-US" sz="3000" b="1" dirty="0">
                <a:solidFill>
                  <a:schemeClr val="tx2"/>
                </a:solidFill>
              </a:rPr>
              <a:t>노즐</a:t>
            </a:r>
            <a:endParaRPr lang="en-US" sz="3000" dirty="0"/>
          </a:p>
        </p:txBody>
      </p:sp>
      <p:sp>
        <p:nvSpPr>
          <p:cNvPr id="6" name="Text 4"/>
          <p:cNvSpPr txBox="1"/>
          <p:nvPr/>
        </p:nvSpPr>
        <p:spPr>
          <a:xfrm>
            <a:off x="457200" y="1664208"/>
            <a:ext cx="4480560" cy="274320"/>
          </a:xfrm>
          <a:prstGeom prst="rect">
            <a:avLst/>
          </a:prstGeom>
          <a:noFill/>
          <a:ln/>
        </p:spPr>
        <p:txBody>
          <a:bodyPr wrap="square" lIns="0" tIns="0" rIns="0" bIns="0" rtlCol="0" anchor="ctr">
            <a:normAutofit/>
          </a:bodyPr>
          <a:lstStyle/>
          <a:p>
            <a:pPr indent="0" marL="0">
              <a:buNone/>
            </a:pPr>
            <a:r>
              <a:rPr lang="en-US" sz="1200" dirty="0">
                <a:solidFill>
                  <a:schemeClr val="accent5"/>
                </a:solidFill>
              </a:rPr>
              <a:t>대림바스 DB-4000 비데 · 세정수를 분사하는 부분</a:t>
            </a:r>
            <a:endParaRPr lang="en-US" sz="1200" dirty="0"/>
          </a:p>
        </p:txBody>
      </p:sp>
      <p:pic>
        <p:nvPicPr>
          <p:cNvPr id="7" name="Image 0" descr="preencoded.png">    </p:cNvPr>
          <p:cNvPicPr>
            <a:picLocks noChangeAspect="1"/>
          </p:cNvPicPr>
          <p:nvPr/>
        </p:nvPicPr>
        <p:blipFill>
          <a:blip r:embed="rId1"/>
          <a:stretch>
            <a:fillRect/>
          </a:stretch>
        </p:blipFill>
        <p:spPr>
          <a:xfrm>
            <a:off x="457200" y="2212848"/>
            <a:ext cx="237744" cy="237744"/>
          </a:xfrm>
          <a:prstGeom prst="rect">
            <a:avLst/>
          </a:prstGeom>
        </p:spPr>
      </p:pic>
      <p:sp>
        <p:nvSpPr>
          <p:cNvPr id="8" name="Text 5"/>
          <p:cNvSpPr txBox="1"/>
          <p:nvPr/>
        </p:nvSpPr>
        <p:spPr>
          <a:xfrm>
            <a:off x="777240" y="2167128"/>
            <a:ext cx="4114800" cy="329184"/>
          </a:xfrm>
          <a:prstGeom prst="rect">
            <a:avLst/>
          </a:prstGeom>
          <a:noFill/>
          <a:ln/>
        </p:spPr>
        <p:txBody>
          <a:bodyPr wrap="square" lIns="0" tIns="0" rIns="0" bIns="0" rtlCol="0" anchor="ctr"/>
          <a:lstStyle/>
          <a:p>
            <a:pPr indent="0" marL="0">
              <a:buNone/>
            </a:pPr>
            <a:r>
              <a:rPr lang="en-US" sz="1500" b="1" dirty="0">
                <a:solidFill>
                  <a:schemeClr val="accent3"/>
                </a:solidFill>
              </a:rPr>
              <a:t>이런 증상이면 교체가 필요해요</a:t>
            </a:r>
            <a:endParaRPr lang="en-US" sz="1500" dirty="0"/>
          </a:p>
        </p:txBody>
      </p:sp>
      <p:sp>
        <p:nvSpPr>
          <p:cNvPr id="9" name="증상"/>
          <p:cNvSpPr/>
          <p:nvPr/>
        </p:nvSpPr>
        <p:spPr>
          <a:xfrm>
            <a:off x="457200" y="2633472"/>
            <a:ext cx="4480560" cy="512064"/>
          </a:xfrm>
          <a:prstGeom prst="roundRect">
            <a:avLst>
              <a:gd name="adj" fmla="val 17857"/>
            </a:avLst>
          </a:prstGeom>
          <a:solidFill>
            <a:schemeClr val="bg1"/>
          </a:solidFill>
          <a:ln/>
          <a:effectLst>
            <a:outerShdw sx="100000" sy="100000" kx="0" ky="0" algn="bl" rotWithShape="0" blurRad="101600" dist="25400" dir="5400000">
              <a:srgbClr val="12324A">
                <a:alpha val="10000"/>
              </a:srgbClr>
            </a:outerShdw>
          </a:effectLst>
        </p:spPr>
      </p:sp>
      <p:pic>
        <p:nvPicPr>
          <p:cNvPr id="10" name="Image 1" descr="preencoded.png">    </p:cNvPr>
          <p:cNvPicPr>
            <a:picLocks noChangeAspect="1"/>
          </p:cNvPicPr>
          <p:nvPr/>
        </p:nvPicPr>
        <p:blipFill>
          <a:blip r:embed="rId2"/>
          <a:stretch>
            <a:fillRect/>
          </a:stretch>
        </p:blipFill>
        <p:spPr>
          <a:xfrm>
            <a:off x="621792" y="2770632"/>
            <a:ext cx="237744" cy="237744"/>
          </a:xfrm>
          <a:prstGeom prst="rect">
            <a:avLst/>
          </a:prstGeom>
        </p:spPr>
      </p:pic>
      <p:sp>
        <p:nvSpPr>
          <p:cNvPr id="11" name="Text 7"/>
          <p:cNvSpPr txBox="1"/>
          <p:nvPr/>
        </p:nvSpPr>
        <p:spPr>
          <a:xfrm>
            <a:off x="960120" y="2633472"/>
            <a:ext cx="3886200" cy="512064"/>
          </a:xfrm>
          <a:prstGeom prst="rect">
            <a:avLst/>
          </a:prstGeom>
          <a:noFill/>
          <a:ln/>
        </p:spPr>
        <p:txBody>
          <a:bodyPr wrap="square" lIns="0" tIns="0" rIns="0" bIns="0" rtlCol="0" anchor="ctr">
            <a:normAutofit/>
          </a:bodyPr>
          <a:lstStyle/>
          <a:p>
            <a:pPr indent="0" marL="0">
              <a:buNone/>
            </a:pPr>
            <a:r>
              <a:rPr lang="en-US" sz="1400" dirty="0">
                <a:solidFill>
                  <a:schemeClr val="tx1"/>
                </a:solidFill>
              </a:rPr>
              <a:t>물줄기가 약하거나 한쪽으로 퍼져요</a:t>
            </a:r>
            <a:endParaRPr lang="en-US" sz="1400" dirty="0"/>
          </a:p>
        </p:txBody>
      </p:sp>
      <p:sp>
        <p:nvSpPr>
          <p:cNvPr id="12" name="증상"/>
          <p:cNvSpPr/>
          <p:nvPr/>
        </p:nvSpPr>
        <p:spPr>
          <a:xfrm>
            <a:off x="457200" y="3255264"/>
            <a:ext cx="4480560" cy="512064"/>
          </a:xfrm>
          <a:prstGeom prst="roundRect">
            <a:avLst>
              <a:gd name="adj" fmla="val 17857"/>
            </a:avLst>
          </a:prstGeom>
          <a:solidFill>
            <a:schemeClr val="bg1"/>
          </a:solidFill>
          <a:ln/>
          <a:effectLst>
            <a:outerShdw sx="100000" sy="100000" kx="0" ky="0" algn="bl" rotWithShape="0" blurRad="101600" dist="25400" dir="5400000">
              <a:srgbClr val="12324A">
                <a:alpha val="10000"/>
              </a:srgbClr>
            </a:outerShdw>
          </a:effectLst>
        </p:spPr>
      </p:sp>
      <p:pic>
        <p:nvPicPr>
          <p:cNvPr id="13" name="Image 2" descr="preencoded.png">    </p:cNvPr>
          <p:cNvPicPr>
            <a:picLocks noChangeAspect="1"/>
          </p:cNvPicPr>
          <p:nvPr/>
        </p:nvPicPr>
        <p:blipFill>
          <a:blip r:embed="rId3"/>
          <a:stretch>
            <a:fillRect/>
          </a:stretch>
        </p:blipFill>
        <p:spPr>
          <a:xfrm>
            <a:off x="621792" y="3392424"/>
            <a:ext cx="237744" cy="237744"/>
          </a:xfrm>
          <a:prstGeom prst="rect">
            <a:avLst/>
          </a:prstGeom>
        </p:spPr>
      </p:pic>
      <p:sp>
        <p:nvSpPr>
          <p:cNvPr id="14" name="Text 9"/>
          <p:cNvSpPr txBox="1"/>
          <p:nvPr/>
        </p:nvSpPr>
        <p:spPr>
          <a:xfrm>
            <a:off x="960120" y="3255264"/>
            <a:ext cx="3886200" cy="512064"/>
          </a:xfrm>
          <a:prstGeom prst="rect">
            <a:avLst/>
          </a:prstGeom>
          <a:noFill/>
          <a:ln/>
        </p:spPr>
        <p:txBody>
          <a:bodyPr wrap="square" lIns="0" tIns="0" rIns="0" bIns="0" rtlCol="0" anchor="ctr">
            <a:normAutofit/>
          </a:bodyPr>
          <a:lstStyle/>
          <a:p>
            <a:pPr indent="0" marL="0">
              <a:buNone/>
            </a:pPr>
            <a:r>
              <a:rPr lang="en-US" sz="1400" dirty="0">
                <a:solidFill>
                  <a:schemeClr val="tx1"/>
                </a:solidFill>
              </a:rPr>
              <a:t>노즐이 나오지 않거나 들어가지 않아요</a:t>
            </a:r>
            <a:endParaRPr lang="en-US" sz="1400" dirty="0"/>
          </a:p>
        </p:txBody>
      </p:sp>
      <p:sp>
        <p:nvSpPr>
          <p:cNvPr id="15" name="증상"/>
          <p:cNvSpPr/>
          <p:nvPr/>
        </p:nvSpPr>
        <p:spPr>
          <a:xfrm>
            <a:off x="457200" y="3877056"/>
            <a:ext cx="4480560" cy="512064"/>
          </a:xfrm>
          <a:prstGeom prst="roundRect">
            <a:avLst>
              <a:gd name="adj" fmla="val 17857"/>
            </a:avLst>
          </a:prstGeom>
          <a:solidFill>
            <a:schemeClr val="bg1"/>
          </a:solidFill>
          <a:ln/>
          <a:effectLst>
            <a:outerShdw sx="100000" sy="100000" kx="0" ky="0" algn="bl" rotWithShape="0" blurRad="101600" dist="25400" dir="5400000">
              <a:srgbClr val="12324A">
                <a:alpha val="10000"/>
              </a:srgbClr>
            </a:outerShdw>
          </a:effectLst>
        </p:spPr>
      </p:sp>
      <p:pic>
        <p:nvPicPr>
          <p:cNvPr id="16" name="Image 3" descr="preencoded.png">    </p:cNvPr>
          <p:cNvPicPr>
            <a:picLocks noChangeAspect="1"/>
          </p:cNvPicPr>
          <p:nvPr/>
        </p:nvPicPr>
        <p:blipFill>
          <a:blip r:embed="rId4"/>
          <a:stretch>
            <a:fillRect/>
          </a:stretch>
        </p:blipFill>
        <p:spPr>
          <a:xfrm>
            <a:off x="621792" y="4014216"/>
            <a:ext cx="237744" cy="237744"/>
          </a:xfrm>
          <a:prstGeom prst="rect">
            <a:avLst/>
          </a:prstGeom>
        </p:spPr>
      </p:pic>
      <p:sp>
        <p:nvSpPr>
          <p:cNvPr id="17" name="Text 11"/>
          <p:cNvSpPr txBox="1"/>
          <p:nvPr/>
        </p:nvSpPr>
        <p:spPr>
          <a:xfrm>
            <a:off x="960120" y="3877056"/>
            <a:ext cx="3886200" cy="512064"/>
          </a:xfrm>
          <a:prstGeom prst="rect">
            <a:avLst/>
          </a:prstGeom>
          <a:noFill/>
          <a:ln/>
        </p:spPr>
        <p:txBody>
          <a:bodyPr wrap="square" lIns="0" tIns="0" rIns="0" bIns="0" rtlCol="0" anchor="ctr">
            <a:normAutofit/>
          </a:bodyPr>
          <a:lstStyle/>
          <a:p>
            <a:pPr indent="0" marL="0">
              <a:buNone/>
            </a:pPr>
            <a:r>
              <a:rPr lang="en-US" sz="1400" dirty="0">
                <a:solidFill>
                  <a:schemeClr val="tx1"/>
                </a:solidFill>
              </a:rPr>
              <a:t>노즐 끝에서 물이 계속 떨어져요</a:t>
            </a:r>
            <a:endParaRPr lang="en-US" sz="1400" dirty="0"/>
          </a:p>
        </p:txBody>
      </p:sp>
      <p:sp>
        <p:nvSpPr>
          <p:cNvPr id="18" name="사진 자리"/>
          <p:cNvSpPr/>
          <p:nvPr/>
        </p:nvSpPr>
        <p:spPr>
          <a:xfrm>
            <a:off x="5257800" y="457200"/>
            <a:ext cx="3429000" cy="4069080"/>
          </a:xfrm>
          <a:prstGeom prst="roundRect">
            <a:avLst>
              <a:gd name="adj" fmla="val 3200"/>
            </a:avLst>
          </a:prstGeom>
          <a:solidFill>
            <a:schemeClr val="accent6"/>
          </a:solidFill>
          <a:ln w="15875">
            <a:solidFill>
              <a:srgbClr val="B4C4CF"/>
            </a:solidFill>
            <a:prstDash val="dash"/>
          </a:ln>
        </p:spPr>
      </p:sp>
      <p:pic>
        <p:nvPicPr>
          <p:cNvPr id="19" name="Image 4" descr="preencoded.png">    </p:cNvPr>
          <p:cNvPicPr>
            <a:picLocks noChangeAspect="1"/>
          </p:cNvPicPr>
          <p:nvPr/>
        </p:nvPicPr>
        <p:blipFill>
          <a:blip r:embed="rId5"/>
          <a:stretch>
            <a:fillRect/>
          </a:stretch>
        </p:blipFill>
        <p:spPr>
          <a:xfrm>
            <a:off x="6743700" y="2116836"/>
            <a:ext cx="457200" cy="457200"/>
          </a:xfrm>
          <a:prstGeom prst="rect">
            <a:avLst/>
          </a:prstGeom>
        </p:spPr>
      </p:pic>
      <p:sp>
        <p:nvSpPr>
          <p:cNvPr id="20" name="Text 13"/>
          <p:cNvSpPr txBox="1"/>
          <p:nvPr/>
        </p:nvSpPr>
        <p:spPr>
          <a:xfrm>
            <a:off x="5349240" y="2610612"/>
            <a:ext cx="3246120" cy="256032"/>
          </a:xfrm>
          <a:prstGeom prst="rect">
            <a:avLst/>
          </a:prstGeom>
          <a:noFill/>
          <a:ln/>
        </p:spPr>
        <p:txBody>
          <a:bodyPr wrap="square" lIns="0" tIns="0" rIns="0" bIns="0" rtlCol="0" anchor="ctr"/>
          <a:lstStyle/>
          <a:p>
            <a:pPr algn="ctr" indent="0" marL="0">
              <a:buNone/>
            </a:pPr>
            <a:r>
              <a:rPr lang="en-US" sz="1000" dirty="0">
                <a:solidFill>
                  <a:srgbClr val="7D909C"/>
                </a:solidFill>
              </a:rPr>
              <a:t>노즐 부품 사진</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번호 2"/>
          <p:cNvSpPr/>
          <p:nvPr/>
        </p:nvSpPr>
        <p:spPr>
          <a:xfrm>
            <a:off x="457200" y="457200"/>
            <a:ext cx="457200" cy="457200"/>
          </a:xfrm>
          <a:prstGeom prst="ellipse">
            <a:avLst/>
          </a:prstGeom>
          <a:solidFill>
            <a:schemeClr val="accent2"/>
          </a:solidFill>
          <a:ln w="12700">
            <a:solidFill>
              <a:schemeClr val="bg1"/>
            </a:solidFill>
            <a:prstDash val="solid"/>
          </a:ln>
        </p:spPr>
      </p:sp>
      <p:sp>
        <p:nvSpPr>
          <p:cNvPr id="3" name="Text 1"/>
          <p:cNvSpPr txBox="1"/>
          <p:nvPr/>
        </p:nvSpPr>
        <p:spPr>
          <a:xfrm>
            <a:off x="457200" y="457200"/>
            <a:ext cx="457200" cy="457200"/>
          </a:xfrm>
          <a:prstGeom prst="rect">
            <a:avLst/>
          </a:prstGeom>
          <a:noFill/>
          <a:ln/>
        </p:spPr>
        <p:txBody>
          <a:bodyPr wrap="square" lIns="0" tIns="0" rIns="0" bIns="0" rtlCol="0" anchor="ctr"/>
          <a:lstStyle/>
          <a:p>
            <a:pPr algn="ctr" indent="0" marL="0">
              <a:buNone/>
            </a:pPr>
            <a:r>
              <a:rPr lang="en-US" sz="1800" b="1" dirty="0">
                <a:solidFill>
                  <a:schemeClr val="tx2"/>
                </a:solidFill>
              </a:rPr>
              <a:t>2</a:t>
            </a:r>
            <a:endParaRPr lang="en-US" sz="1800" dirty="0"/>
          </a:p>
        </p:txBody>
      </p:sp>
      <p:sp>
        <p:nvSpPr>
          <p:cNvPr id="4" name="Text 2"/>
          <p:cNvSpPr txBox="1"/>
          <p:nvPr/>
        </p:nvSpPr>
        <p:spPr>
          <a:xfrm>
            <a:off x="1024128" y="457200"/>
            <a:ext cx="1828800" cy="457200"/>
          </a:xfrm>
          <a:prstGeom prst="rect">
            <a:avLst/>
          </a:prstGeom>
          <a:noFill/>
          <a:ln/>
        </p:spPr>
        <p:txBody>
          <a:bodyPr wrap="square" lIns="0" tIns="0" rIns="0" bIns="0" rtlCol="0" anchor="ctr"/>
          <a:lstStyle/>
          <a:p>
            <a:pPr indent="0" marL="0">
              <a:buNone/>
            </a:pPr>
            <a:r>
              <a:rPr lang="en-US" sz="1400" b="1" dirty="0">
                <a:solidFill>
                  <a:schemeClr val="accent1"/>
                </a:solidFill>
              </a:rPr>
              <a:t>부품 02</a:t>
            </a:r>
            <a:endParaRPr lang="en-US" sz="1400" dirty="0"/>
          </a:p>
        </p:txBody>
      </p:sp>
      <p:sp>
        <p:nvSpPr>
          <p:cNvPr id="5" name="Text 3"/>
          <p:cNvSpPr txBox="1"/>
          <p:nvPr/>
        </p:nvSpPr>
        <p:spPr>
          <a:xfrm>
            <a:off x="457200" y="1024128"/>
            <a:ext cx="4480560" cy="640080"/>
          </a:xfrm>
          <a:prstGeom prst="rect">
            <a:avLst/>
          </a:prstGeom>
          <a:noFill/>
          <a:ln/>
        </p:spPr>
        <p:txBody>
          <a:bodyPr wrap="square" lIns="0" tIns="0" rIns="0" bIns="0" rtlCol="0" anchor="ctr">
            <a:normAutofit/>
          </a:bodyPr>
          <a:lstStyle/>
          <a:p>
            <a:pPr indent="0" marL="0">
              <a:buNone/>
            </a:pPr>
            <a:r>
              <a:rPr lang="en-US" sz="3000" b="1" dirty="0">
                <a:solidFill>
                  <a:schemeClr val="tx2"/>
                </a:solidFill>
              </a:rPr>
              <a:t>온수탱크</a:t>
            </a:r>
            <a:endParaRPr lang="en-US" sz="3000" dirty="0"/>
          </a:p>
        </p:txBody>
      </p:sp>
      <p:sp>
        <p:nvSpPr>
          <p:cNvPr id="6" name="Text 4"/>
          <p:cNvSpPr txBox="1"/>
          <p:nvPr/>
        </p:nvSpPr>
        <p:spPr>
          <a:xfrm>
            <a:off x="457200" y="1664208"/>
            <a:ext cx="4480560" cy="274320"/>
          </a:xfrm>
          <a:prstGeom prst="rect">
            <a:avLst/>
          </a:prstGeom>
          <a:noFill/>
          <a:ln/>
        </p:spPr>
        <p:txBody>
          <a:bodyPr wrap="square" lIns="0" tIns="0" rIns="0" bIns="0" rtlCol="0" anchor="ctr">
            <a:normAutofit/>
          </a:bodyPr>
          <a:lstStyle/>
          <a:p>
            <a:pPr indent="0" marL="0">
              <a:buNone/>
            </a:pPr>
            <a:r>
              <a:rPr lang="en-US" sz="1200" dirty="0">
                <a:solidFill>
                  <a:schemeClr val="accent5"/>
                </a:solidFill>
              </a:rPr>
              <a:t>대림바스 DB-4000 비데 · 세정수를 데워 저장하는 부분</a:t>
            </a:r>
            <a:endParaRPr lang="en-US" sz="1200" dirty="0"/>
          </a:p>
        </p:txBody>
      </p:sp>
      <p:pic>
        <p:nvPicPr>
          <p:cNvPr id="7" name="Image 0" descr="preencoded.png">    </p:cNvPr>
          <p:cNvPicPr>
            <a:picLocks noChangeAspect="1"/>
          </p:cNvPicPr>
          <p:nvPr/>
        </p:nvPicPr>
        <p:blipFill>
          <a:blip r:embed="rId1"/>
          <a:stretch>
            <a:fillRect/>
          </a:stretch>
        </p:blipFill>
        <p:spPr>
          <a:xfrm>
            <a:off x="457200" y="2212848"/>
            <a:ext cx="237744" cy="237744"/>
          </a:xfrm>
          <a:prstGeom prst="rect">
            <a:avLst/>
          </a:prstGeom>
        </p:spPr>
      </p:pic>
      <p:sp>
        <p:nvSpPr>
          <p:cNvPr id="8" name="Text 5"/>
          <p:cNvSpPr txBox="1"/>
          <p:nvPr/>
        </p:nvSpPr>
        <p:spPr>
          <a:xfrm>
            <a:off x="777240" y="2167128"/>
            <a:ext cx="4114800" cy="329184"/>
          </a:xfrm>
          <a:prstGeom prst="rect">
            <a:avLst/>
          </a:prstGeom>
          <a:noFill/>
          <a:ln/>
        </p:spPr>
        <p:txBody>
          <a:bodyPr wrap="square" lIns="0" tIns="0" rIns="0" bIns="0" rtlCol="0" anchor="ctr"/>
          <a:lstStyle/>
          <a:p>
            <a:pPr indent="0" marL="0">
              <a:buNone/>
            </a:pPr>
            <a:r>
              <a:rPr lang="en-US" sz="1500" b="1" dirty="0">
                <a:solidFill>
                  <a:schemeClr val="accent3"/>
                </a:solidFill>
              </a:rPr>
              <a:t>이런 증상이면 교체가 필요해요</a:t>
            </a:r>
            <a:endParaRPr lang="en-US" sz="1500" dirty="0"/>
          </a:p>
        </p:txBody>
      </p:sp>
      <p:sp>
        <p:nvSpPr>
          <p:cNvPr id="9" name="증상"/>
          <p:cNvSpPr/>
          <p:nvPr/>
        </p:nvSpPr>
        <p:spPr>
          <a:xfrm>
            <a:off x="457200" y="2633472"/>
            <a:ext cx="4480560" cy="512064"/>
          </a:xfrm>
          <a:prstGeom prst="roundRect">
            <a:avLst>
              <a:gd name="adj" fmla="val 17857"/>
            </a:avLst>
          </a:prstGeom>
          <a:solidFill>
            <a:schemeClr val="bg1"/>
          </a:solidFill>
          <a:ln/>
          <a:effectLst>
            <a:outerShdw sx="100000" sy="100000" kx="0" ky="0" algn="bl" rotWithShape="0" blurRad="101600" dist="25400" dir="5400000">
              <a:srgbClr val="12324A">
                <a:alpha val="10000"/>
              </a:srgbClr>
            </a:outerShdw>
          </a:effectLst>
        </p:spPr>
      </p:sp>
      <p:pic>
        <p:nvPicPr>
          <p:cNvPr id="10" name="Image 1" descr="preencoded.png">    </p:cNvPr>
          <p:cNvPicPr>
            <a:picLocks noChangeAspect="1"/>
          </p:cNvPicPr>
          <p:nvPr/>
        </p:nvPicPr>
        <p:blipFill>
          <a:blip r:embed="rId2"/>
          <a:stretch>
            <a:fillRect/>
          </a:stretch>
        </p:blipFill>
        <p:spPr>
          <a:xfrm>
            <a:off x="621792" y="2770632"/>
            <a:ext cx="237744" cy="237744"/>
          </a:xfrm>
          <a:prstGeom prst="rect">
            <a:avLst/>
          </a:prstGeom>
        </p:spPr>
      </p:pic>
      <p:sp>
        <p:nvSpPr>
          <p:cNvPr id="11" name="Text 7"/>
          <p:cNvSpPr txBox="1"/>
          <p:nvPr/>
        </p:nvSpPr>
        <p:spPr>
          <a:xfrm>
            <a:off x="960120" y="2633472"/>
            <a:ext cx="3886200" cy="512064"/>
          </a:xfrm>
          <a:prstGeom prst="rect">
            <a:avLst/>
          </a:prstGeom>
          <a:noFill/>
          <a:ln/>
        </p:spPr>
        <p:txBody>
          <a:bodyPr wrap="square" lIns="0" tIns="0" rIns="0" bIns="0" rtlCol="0" anchor="ctr">
            <a:normAutofit/>
          </a:bodyPr>
          <a:lstStyle/>
          <a:p>
            <a:pPr indent="0" marL="0">
              <a:buNone/>
            </a:pPr>
            <a:r>
              <a:rPr lang="en-US" sz="1400" dirty="0">
                <a:solidFill>
                  <a:schemeClr val="tx1"/>
                </a:solidFill>
              </a:rPr>
              <a:t>세정수가 따뜻하지 않고 차가워요</a:t>
            </a:r>
            <a:endParaRPr lang="en-US" sz="1400" dirty="0"/>
          </a:p>
        </p:txBody>
      </p:sp>
      <p:sp>
        <p:nvSpPr>
          <p:cNvPr id="12" name="증상"/>
          <p:cNvSpPr/>
          <p:nvPr/>
        </p:nvSpPr>
        <p:spPr>
          <a:xfrm>
            <a:off x="457200" y="3255264"/>
            <a:ext cx="4480560" cy="512064"/>
          </a:xfrm>
          <a:prstGeom prst="roundRect">
            <a:avLst>
              <a:gd name="adj" fmla="val 17857"/>
            </a:avLst>
          </a:prstGeom>
          <a:solidFill>
            <a:schemeClr val="bg1"/>
          </a:solidFill>
          <a:ln/>
          <a:effectLst>
            <a:outerShdw sx="100000" sy="100000" kx="0" ky="0" algn="bl" rotWithShape="0" blurRad="101600" dist="25400" dir="5400000">
              <a:srgbClr val="12324A">
                <a:alpha val="10000"/>
              </a:srgbClr>
            </a:outerShdw>
          </a:effectLst>
        </p:spPr>
      </p:sp>
      <p:pic>
        <p:nvPicPr>
          <p:cNvPr id="13" name="Image 2" descr="preencoded.png">    </p:cNvPr>
          <p:cNvPicPr>
            <a:picLocks noChangeAspect="1"/>
          </p:cNvPicPr>
          <p:nvPr/>
        </p:nvPicPr>
        <p:blipFill>
          <a:blip r:embed="rId3"/>
          <a:stretch>
            <a:fillRect/>
          </a:stretch>
        </p:blipFill>
        <p:spPr>
          <a:xfrm>
            <a:off x="621792" y="3392424"/>
            <a:ext cx="237744" cy="237744"/>
          </a:xfrm>
          <a:prstGeom prst="rect">
            <a:avLst/>
          </a:prstGeom>
        </p:spPr>
      </p:pic>
      <p:sp>
        <p:nvSpPr>
          <p:cNvPr id="14" name="Text 9"/>
          <p:cNvSpPr txBox="1"/>
          <p:nvPr/>
        </p:nvSpPr>
        <p:spPr>
          <a:xfrm>
            <a:off x="960120" y="3255264"/>
            <a:ext cx="3886200" cy="512064"/>
          </a:xfrm>
          <a:prstGeom prst="rect">
            <a:avLst/>
          </a:prstGeom>
          <a:noFill/>
          <a:ln/>
        </p:spPr>
        <p:txBody>
          <a:bodyPr wrap="square" lIns="0" tIns="0" rIns="0" bIns="0" rtlCol="0" anchor="ctr">
            <a:normAutofit/>
          </a:bodyPr>
          <a:lstStyle/>
          <a:p>
            <a:pPr indent="0" marL="0">
              <a:buNone/>
            </a:pPr>
            <a:r>
              <a:rPr lang="en-US" sz="1400" dirty="0">
                <a:solidFill>
                  <a:schemeClr val="tx1"/>
                </a:solidFill>
              </a:rPr>
              <a:t>온도를 올려도 물이 데워지지 않아요</a:t>
            </a:r>
            <a:endParaRPr lang="en-US" sz="1400" dirty="0"/>
          </a:p>
        </p:txBody>
      </p:sp>
      <p:sp>
        <p:nvSpPr>
          <p:cNvPr id="15" name="증상"/>
          <p:cNvSpPr/>
          <p:nvPr/>
        </p:nvSpPr>
        <p:spPr>
          <a:xfrm>
            <a:off x="457200" y="3877056"/>
            <a:ext cx="4480560" cy="512064"/>
          </a:xfrm>
          <a:prstGeom prst="roundRect">
            <a:avLst>
              <a:gd name="adj" fmla="val 17857"/>
            </a:avLst>
          </a:prstGeom>
          <a:solidFill>
            <a:schemeClr val="bg1"/>
          </a:solidFill>
          <a:ln/>
          <a:effectLst>
            <a:outerShdw sx="100000" sy="100000" kx="0" ky="0" algn="bl" rotWithShape="0" blurRad="101600" dist="25400" dir="5400000">
              <a:srgbClr val="12324A">
                <a:alpha val="10000"/>
              </a:srgbClr>
            </a:outerShdw>
          </a:effectLst>
        </p:spPr>
      </p:sp>
      <p:pic>
        <p:nvPicPr>
          <p:cNvPr id="16" name="Image 3" descr="preencoded.png">    </p:cNvPr>
          <p:cNvPicPr>
            <a:picLocks noChangeAspect="1"/>
          </p:cNvPicPr>
          <p:nvPr/>
        </p:nvPicPr>
        <p:blipFill>
          <a:blip r:embed="rId4"/>
          <a:stretch>
            <a:fillRect/>
          </a:stretch>
        </p:blipFill>
        <p:spPr>
          <a:xfrm>
            <a:off x="621792" y="4014216"/>
            <a:ext cx="237744" cy="237744"/>
          </a:xfrm>
          <a:prstGeom prst="rect">
            <a:avLst/>
          </a:prstGeom>
        </p:spPr>
      </p:pic>
      <p:sp>
        <p:nvSpPr>
          <p:cNvPr id="17" name="Text 11"/>
          <p:cNvSpPr txBox="1"/>
          <p:nvPr/>
        </p:nvSpPr>
        <p:spPr>
          <a:xfrm>
            <a:off x="960120" y="3877056"/>
            <a:ext cx="3886200" cy="512064"/>
          </a:xfrm>
          <a:prstGeom prst="rect">
            <a:avLst/>
          </a:prstGeom>
          <a:noFill/>
          <a:ln/>
        </p:spPr>
        <p:txBody>
          <a:bodyPr wrap="square" lIns="0" tIns="0" rIns="0" bIns="0" rtlCol="0" anchor="ctr">
            <a:normAutofit/>
          </a:bodyPr>
          <a:lstStyle/>
          <a:p>
            <a:pPr indent="0" marL="0">
              <a:buNone/>
            </a:pPr>
            <a:r>
              <a:rPr lang="en-US" sz="1400" dirty="0">
                <a:solidFill>
                  <a:schemeClr val="tx1"/>
                </a:solidFill>
              </a:rPr>
              <a:t>비데 아래쪽으로 물이 새어 나와요</a:t>
            </a:r>
            <a:endParaRPr lang="en-US" sz="1400" dirty="0"/>
          </a:p>
        </p:txBody>
      </p:sp>
      <p:sp>
        <p:nvSpPr>
          <p:cNvPr id="18" name="사진 자리"/>
          <p:cNvSpPr/>
          <p:nvPr/>
        </p:nvSpPr>
        <p:spPr>
          <a:xfrm>
            <a:off x="5257800" y="457200"/>
            <a:ext cx="3429000" cy="4069080"/>
          </a:xfrm>
          <a:prstGeom prst="roundRect">
            <a:avLst>
              <a:gd name="adj" fmla="val 3200"/>
            </a:avLst>
          </a:prstGeom>
          <a:solidFill>
            <a:schemeClr val="accent6"/>
          </a:solidFill>
          <a:ln w="15875">
            <a:solidFill>
              <a:srgbClr val="B4C4CF"/>
            </a:solidFill>
            <a:prstDash val="dash"/>
          </a:ln>
        </p:spPr>
      </p:sp>
      <p:pic>
        <p:nvPicPr>
          <p:cNvPr id="19" name="Image 4" descr="preencoded.png">    </p:cNvPr>
          <p:cNvPicPr>
            <a:picLocks noChangeAspect="1"/>
          </p:cNvPicPr>
          <p:nvPr/>
        </p:nvPicPr>
        <p:blipFill>
          <a:blip r:embed="rId5"/>
          <a:stretch>
            <a:fillRect/>
          </a:stretch>
        </p:blipFill>
        <p:spPr>
          <a:xfrm>
            <a:off x="6743700" y="2116836"/>
            <a:ext cx="457200" cy="457200"/>
          </a:xfrm>
          <a:prstGeom prst="rect">
            <a:avLst/>
          </a:prstGeom>
        </p:spPr>
      </p:pic>
      <p:sp>
        <p:nvSpPr>
          <p:cNvPr id="20" name="Text 13"/>
          <p:cNvSpPr txBox="1"/>
          <p:nvPr/>
        </p:nvSpPr>
        <p:spPr>
          <a:xfrm>
            <a:off x="5349240" y="2610612"/>
            <a:ext cx="3246120" cy="256032"/>
          </a:xfrm>
          <a:prstGeom prst="rect">
            <a:avLst/>
          </a:prstGeom>
          <a:noFill/>
          <a:ln/>
        </p:spPr>
        <p:txBody>
          <a:bodyPr wrap="square" lIns="0" tIns="0" rIns="0" bIns="0" rtlCol="0" anchor="ctr"/>
          <a:lstStyle/>
          <a:p>
            <a:pPr algn="ctr" indent="0" marL="0">
              <a:buNone/>
            </a:pPr>
            <a:r>
              <a:rPr lang="en-US" sz="1000" dirty="0">
                <a:solidFill>
                  <a:srgbClr val="7D909C"/>
                </a:solidFill>
              </a:rPr>
              <a:t>온수탱크 부품 사진</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번호 3"/>
          <p:cNvSpPr/>
          <p:nvPr/>
        </p:nvSpPr>
        <p:spPr>
          <a:xfrm>
            <a:off x="457200" y="457200"/>
            <a:ext cx="457200" cy="457200"/>
          </a:xfrm>
          <a:prstGeom prst="ellipse">
            <a:avLst/>
          </a:prstGeom>
          <a:solidFill>
            <a:schemeClr val="accent2"/>
          </a:solidFill>
          <a:ln w="12700">
            <a:solidFill>
              <a:schemeClr val="bg1"/>
            </a:solidFill>
            <a:prstDash val="solid"/>
          </a:ln>
        </p:spPr>
      </p:sp>
      <p:sp>
        <p:nvSpPr>
          <p:cNvPr id="3" name="Text 1"/>
          <p:cNvSpPr txBox="1"/>
          <p:nvPr/>
        </p:nvSpPr>
        <p:spPr>
          <a:xfrm>
            <a:off x="457200" y="457200"/>
            <a:ext cx="457200" cy="457200"/>
          </a:xfrm>
          <a:prstGeom prst="rect">
            <a:avLst/>
          </a:prstGeom>
          <a:noFill/>
          <a:ln/>
        </p:spPr>
        <p:txBody>
          <a:bodyPr wrap="square" lIns="0" tIns="0" rIns="0" bIns="0" rtlCol="0" anchor="ctr"/>
          <a:lstStyle/>
          <a:p>
            <a:pPr algn="ctr" indent="0" marL="0">
              <a:buNone/>
            </a:pPr>
            <a:r>
              <a:rPr lang="en-US" sz="1800" b="1" dirty="0">
                <a:solidFill>
                  <a:schemeClr val="tx2"/>
                </a:solidFill>
              </a:rPr>
              <a:t>3</a:t>
            </a:r>
            <a:endParaRPr lang="en-US" sz="1800" dirty="0"/>
          </a:p>
        </p:txBody>
      </p:sp>
      <p:sp>
        <p:nvSpPr>
          <p:cNvPr id="4" name="Text 2"/>
          <p:cNvSpPr txBox="1"/>
          <p:nvPr/>
        </p:nvSpPr>
        <p:spPr>
          <a:xfrm>
            <a:off x="1024128" y="457200"/>
            <a:ext cx="1828800" cy="457200"/>
          </a:xfrm>
          <a:prstGeom prst="rect">
            <a:avLst/>
          </a:prstGeom>
          <a:noFill/>
          <a:ln/>
        </p:spPr>
        <p:txBody>
          <a:bodyPr wrap="square" lIns="0" tIns="0" rIns="0" bIns="0" rtlCol="0" anchor="ctr"/>
          <a:lstStyle/>
          <a:p>
            <a:pPr indent="0" marL="0">
              <a:buNone/>
            </a:pPr>
            <a:r>
              <a:rPr lang="en-US" sz="1400" b="1" dirty="0">
                <a:solidFill>
                  <a:schemeClr val="accent1"/>
                </a:solidFill>
              </a:rPr>
              <a:t>부품 03</a:t>
            </a:r>
            <a:endParaRPr lang="en-US" sz="1400" dirty="0"/>
          </a:p>
        </p:txBody>
      </p:sp>
      <p:sp>
        <p:nvSpPr>
          <p:cNvPr id="5" name="Text 3"/>
          <p:cNvSpPr txBox="1"/>
          <p:nvPr/>
        </p:nvSpPr>
        <p:spPr>
          <a:xfrm>
            <a:off x="457200" y="1024128"/>
            <a:ext cx="4480560" cy="640080"/>
          </a:xfrm>
          <a:prstGeom prst="rect">
            <a:avLst/>
          </a:prstGeom>
          <a:noFill/>
          <a:ln/>
        </p:spPr>
        <p:txBody>
          <a:bodyPr wrap="square" lIns="0" tIns="0" rIns="0" bIns="0" rtlCol="0" anchor="ctr">
            <a:normAutofit/>
          </a:bodyPr>
          <a:lstStyle/>
          <a:p>
            <a:pPr indent="0" marL="0">
              <a:buNone/>
            </a:pPr>
            <a:r>
              <a:rPr lang="en-US" sz="3000" b="1" dirty="0">
                <a:solidFill>
                  <a:schemeClr val="tx2"/>
                </a:solidFill>
              </a:rPr>
              <a:t>메인 PCB</a:t>
            </a:r>
            <a:endParaRPr lang="en-US" sz="3000" dirty="0"/>
          </a:p>
        </p:txBody>
      </p:sp>
      <p:sp>
        <p:nvSpPr>
          <p:cNvPr id="6" name="Text 4"/>
          <p:cNvSpPr txBox="1"/>
          <p:nvPr/>
        </p:nvSpPr>
        <p:spPr>
          <a:xfrm>
            <a:off x="457200" y="1664208"/>
            <a:ext cx="4480560" cy="274320"/>
          </a:xfrm>
          <a:prstGeom prst="rect">
            <a:avLst/>
          </a:prstGeom>
          <a:noFill/>
          <a:ln/>
        </p:spPr>
        <p:txBody>
          <a:bodyPr wrap="square" lIns="0" tIns="0" rIns="0" bIns="0" rtlCol="0" anchor="ctr">
            <a:normAutofit/>
          </a:bodyPr>
          <a:lstStyle/>
          <a:p>
            <a:pPr indent="0" marL="0">
              <a:buNone/>
            </a:pPr>
            <a:r>
              <a:rPr lang="en-US" sz="1200" dirty="0">
                <a:solidFill>
                  <a:schemeClr val="accent5"/>
                </a:solidFill>
              </a:rPr>
              <a:t>대림바스 DB-4000 비데 · 비데 전체 동작을 제어하는 부분</a:t>
            </a:r>
            <a:endParaRPr lang="en-US" sz="1200" dirty="0"/>
          </a:p>
        </p:txBody>
      </p:sp>
      <p:pic>
        <p:nvPicPr>
          <p:cNvPr id="7" name="Image 0" descr="preencoded.png">    </p:cNvPr>
          <p:cNvPicPr>
            <a:picLocks noChangeAspect="1"/>
          </p:cNvPicPr>
          <p:nvPr/>
        </p:nvPicPr>
        <p:blipFill>
          <a:blip r:embed="rId1"/>
          <a:stretch>
            <a:fillRect/>
          </a:stretch>
        </p:blipFill>
        <p:spPr>
          <a:xfrm>
            <a:off x="457200" y="2212848"/>
            <a:ext cx="237744" cy="237744"/>
          </a:xfrm>
          <a:prstGeom prst="rect">
            <a:avLst/>
          </a:prstGeom>
        </p:spPr>
      </p:pic>
      <p:sp>
        <p:nvSpPr>
          <p:cNvPr id="8" name="Text 5"/>
          <p:cNvSpPr txBox="1"/>
          <p:nvPr/>
        </p:nvSpPr>
        <p:spPr>
          <a:xfrm>
            <a:off x="777240" y="2167128"/>
            <a:ext cx="4114800" cy="329184"/>
          </a:xfrm>
          <a:prstGeom prst="rect">
            <a:avLst/>
          </a:prstGeom>
          <a:noFill/>
          <a:ln/>
        </p:spPr>
        <p:txBody>
          <a:bodyPr wrap="square" lIns="0" tIns="0" rIns="0" bIns="0" rtlCol="0" anchor="ctr"/>
          <a:lstStyle/>
          <a:p>
            <a:pPr indent="0" marL="0">
              <a:buNone/>
            </a:pPr>
            <a:r>
              <a:rPr lang="en-US" sz="1500" b="1" dirty="0">
                <a:solidFill>
                  <a:schemeClr val="accent3"/>
                </a:solidFill>
              </a:rPr>
              <a:t>이런 증상이면 교체가 필요해요</a:t>
            </a:r>
            <a:endParaRPr lang="en-US" sz="1500" dirty="0"/>
          </a:p>
        </p:txBody>
      </p:sp>
      <p:sp>
        <p:nvSpPr>
          <p:cNvPr id="9" name="증상"/>
          <p:cNvSpPr/>
          <p:nvPr/>
        </p:nvSpPr>
        <p:spPr>
          <a:xfrm>
            <a:off x="457200" y="2633472"/>
            <a:ext cx="4480560" cy="512064"/>
          </a:xfrm>
          <a:prstGeom prst="roundRect">
            <a:avLst>
              <a:gd name="adj" fmla="val 17857"/>
            </a:avLst>
          </a:prstGeom>
          <a:solidFill>
            <a:schemeClr val="bg1"/>
          </a:solidFill>
          <a:ln/>
          <a:effectLst>
            <a:outerShdw sx="100000" sy="100000" kx="0" ky="0" algn="bl" rotWithShape="0" blurRad="101600" dist="25400" dir="5400000">
              <a:srgbClr val="12324A">
                <a:alpha val="10000"/>
              </a:srgbClr>
            </a:outerShdw>
          </a:effectLst>
        </p:spPr>
      </p:sp>
      <p:pic>
        <p:nvPicPr>
          <p:cNvPr id="10" name="Image 1" descr="preencoded.png">    </p:cNvPr>
          <p:cNvPicPr>
            <a:picLocks noChangeAspect="1"/>
          </p:cNvPicPr>
          <p:nvPr/>
        </p:nvPicPr>
        <p:blipFill>
          <a:blip r:embed="rId2"/>
          <a:stretch>
            <a:fillRect/>
          </a:stretch>
        </p:blipFill>
        <p:spPr>
          <a:xfrm>
            <a:off x="621792" y="2770632"/>
            <a:ext cx="237744" cy="237744"/>
          </a:xfrm>
          <a:prstGeom prst="rect">
            <a:avLst/>
          </a:prstGeom>
        </p:spPr>
      </p:pic>
      <p:sp>
        <p:nvSpPr>
          <p:cNvPr id="11" name="Text 7"/>
          <p:cNvSpPr txBox="1"/>
          <p:nvPr/>
        </p:nvSpPr>
        <p:spPr>
          <a:xfrm>
            <a:off x="960120" y="2633472"/>
            <a:ext cx="3886200" cy="512064"/>
          </a:xfrm>
          <a:prstGeom prst="rect">
            <a:avLst/>
          </a:prstGeom>
          <a:noFill/>
          <a:ln/>
        </p:spPr>
        <p:txBody>
          <a:bodyPr wrap="square" lIns="0" tIns="0" rIns="0" bIns="0" rtlCol="0" anchor="ctr">
            <a:normAutofit/>
          </a:bodyPr>
          <a:lstStyle/>
          <a:p>
            <a:pPr indent="0" marL="0">
              <a:buNone/>
            </a:pPr>
            <a:r>
              <a:rPr lang="en-US" sz="1400" dirty="0">
                <a:solidFill>
                  <a:schemeClr val="tx1"/>
                </a:solidFill>
              </a:rPr>
              <a:t>전원이 들어오지 않아요</a:t>
            </a:r>
            <a:endParaRPr lang="en-US" sz="1400" dirty="0"/>
          </a:p>
        </p:txBody>
      </p:sp>
      <p:sp>
        <p:nvSpPr>
          <p:cNvPr id="12" name="증상"/>
          <p:cNvSpPr/>
          <p:nvPr/>
        </p:nvSpPr>
        <p:spPr>
          <a:xfrm>
            <a:off x="457200" y="3255264"/>
            <a:ext cx="4480560" cy="512064"/>
          </a:xfrm>
          <a:prstGeom prst="roundRect">
            <a:avLst>
              <a:gd name="adj" fmla="val 17857"/>
            </a:avLst>
          </a:prstGeom>
          <a:solidFill>
            <a:schemeClr val="bg1"/>
          </a:solidFill>
          <a:ln/>
          <a:effectLst>
            <a:outerShdw sx="100000" sy="100000" kx="0" ky="0" algn="bl" rotWithShape="0" blurRad="101600" dist="25400" dir="5400000">
              <a:srgbClr val="12324A">
                <a:alpha val="10000"/>
              </a:srgbClr>
            </a:outerShdw>
          </a:effectLst>
        </p:spPr>
      </p:sp>
      <p:pic>
        <p:nvPicPr>
          <p:cNvPr id="13" name="Image 2" descr="preencoded.png">    </p:cNvPr>
          <p:cNvPicPr>
            <a:picLocks noChangeAspect="1"/>
          </p:cNvPicPr>
          <p:nvPr/>
        </p:nvPicPr>
        <p:blipFill>
          <a:blip r:embed="rId3"/>
          <a:stretch>
            <a:fillRect/>
          </a:stretch>
        </p:blipFill>
        <p:spPr>
          <a:xfrm>
            <a:off x="621792" y="3392424"/>
            <a:ext cx="237744" cy="237744"/>
          </a:xfrm>
          <a:prstGeom prst="rect">
            <a:avLst/>
          </a:prstGeom>
        </p:spPr>
      </p:pic>
      <p:sp>
        <p:nvSpPr>
          <p:cNvPr id="14" name="Text 9"/>
          <p:cNvSpPr txBox="1"/>
          <p:nvPr/>
        </p:nvSpPr>
        <p:spPr>
          <a:xfrm>
            <a:off x="960120" y="3255264"/>
            <a:ext cx="3886200" cy="512064"/>
          </a:xfrm>
          <a:prstGeom prst="rect">
            <a:avLst/>
          </a:prstGeom>
          <a:noFill/>
          <a:ln/>
        </p:spPr>
        <p:txBody>
          <a:bodyPr wrap="square" lIns="0" tIns="0" rIns="0" bIns="0" rtlCol="0" anchor="ctr">
            <a:normAutofit/>
          </a:bodyPr>
          <a:lstStyle/>
          <a:p>
            <a:pPr indent="0" marL="0">
              <a:buNone/>
            </a:pPr>
            <a:r>
              <a:rPr lang="en-US" sz="1400" dirty="0">
                <a:solidFill>
                  <a:schemeClr val="tx1"/>
                </a:solidFill>
              </a:rPr>
              <a:t>버튼을 눌러도 반응이 없어요</a:t>
            </a:r>
            <a:endParaRPr lang="en-US" sz="1400" dirty="0"/>
          </a:p>
        </p:txBody>
      </p:sp>
      <p:sp>
        <p:nvSpPr>
          <p:cNvPr id="15" name="증상"/>
          <p:cNvSpPr/>
          <p:nvPr/>
        </p:nvSpPr>
        <p:spPr>
          <a:xfrm>
            <a:off x="457200" y="3877056"/>
            <a:ext cx="4480560" cy="512064"/>
          </a:xfrm>
          <a:prstGeom prst="roundRect">
            <a:avLst>
              <a:gd name="adj" fmla="val 17857"/>
            </a:avLst>
          </a:prstGeom>
          <a:solidFill>
            <a:schemeClr val="bg1"/>
          </a:solidFill>
          <a:ln/>
          <a:effectLst>
            <a:outerShdw sx="100000" sy="100000" kx="0" ky="0" algn="bl" rotWithShape="0" blurRad="101600" dist="25400" dir="5400000">
              <a:srgbClr val="12324A">
                <a:alpha val="10000"/>
              </a:srgbClr>
            </a:outerShdw>
          </a:effectLst>
        </p:spPr>
      </p:sp>
      <p:pic>
        <p:nvPicPr>
          <p:cNvPr id="16" name="Image 3" descr="preencoded.png">    </p:cNvPr>
          <p:cNvPicPr>
            <a:picLocks noChangeAspect="1"/>
          </p:cNvPicPr>
          <p:nvPr/>
        </p:nvPicPr>
        <p:blipFill>
          <a:blip r:embed="rId4"/>
          <a:stretch>
            <a:fillRect/>
          </a:stretch>
        </p:blipFill>
        <p:spPr>
          <a:xfrm>
            <a:off x="621792" y="4014216"/>
            <a:ext cx="237744" cy="237744"/>
          </a:xfrm>
          <a:prstGeom prst="rect">
            <a:avLst/>
          </a:prstGeom>
        </p:spPr>
      </p:pic>
      <p:sp>
        <p:nvSpPr>
          <p:cNvPr id="17" name="Text 11"/>
          <p:cNvSpPr txBox="1"/>
          <p:nvPr/>
        </p:nvSpPr>
        <p:spPr>
          <a:xfrm>
            <a:off x="960120" y="3877056"/>
            <a:ext cx="3886200" cy="512064"/>
          </a:xfrm>
          <a:prstGeom prst="rect">
            <a:avLst/>
          </a:prstGeom>
          <a:noFill/>
          <a:ln/>
        </p:spPr>
        <p:txBody>
          <a:bodyPr wrap="square" lIns="0" tIns="0" rIns="0" bIns="0" rtlCol="0" anchor="ctr">
            <a:normAutofit/>
          </a:bodyPr>
          <a:lstStyle/>
          <a:p>
            <a:pPr indent="0" marL="0">
              <a:buNone/>
            </a:pPr>
            <a:r>
              <a:rPr lang="en-US" sz="1400" dirty="0">
                <a:solidFill>
                  <a:schemeClr val="tx1"/>
                </a:solidFill>
              </a:rPr>
              <a:t>표시 램프가 깜빡이며 작동이 멈춰요</a:t>
            </a:r>
            <a:endParaRPr lang="en-US" sz="1400" dirty="0"/>
          </a:p>
        </p:txBody>
      </p:sp>
      <p:sp>
        <p:nvSpPr>
          <p:cNvPr id="18" name="사진 자리"/>
          <p:cNvSpPr/>
          <p:nvPr/>
        </p:nvSpPr>
        <p:spPr>
          <a:xfrm>
            <a:off x="5257800" y="457200"/>
            <a:ext cx="3429000" cy="4069080"/>
          </a:xfrm>
          <a:prstGeom prst="roundRect">
            <a:avLst>
              <a:gd name="adj" fmla="val 3200"/>
            </a:avLst>
          </a:prstGeom>
          <a:solidFill>
            <a:schemeClr val="accent6"/>
          </a:solidFill>
          <a:ln w="15875">
            <a:solidFill>
              <a:srgbClr val="B4C4CF"/>
            </a:solidFill>
            <a:prstDash val="dash"/>
          </a:ln>
        </p:spPr>
      </p:sp>
      <p:pic>
        <p:nvPicPr>
          <p:cNvPr id="19" name="Image 4" descr="preencoded.png">    </p:cNvPr>
          <p:cNvPicPr>
            <a:picLocks noChangeAspect="1"/>
          </p:cNvPicPr>
          <p:nvPr/>
        </p:nvPicPr>
        <p:blipFill>
          <a:blip r:embed="rId5"/>
          <a:stretch>
            <a:fillRect/>
          </a:stretch>
        </p:blipFill>
        <p:spPr>
          <a:xfrm>
            <a:off x="6743700" y="2116836"/>
            <a:ext cx="457200" cy="457200"/>
          </a:xfrm>
          <a:prstGeom prst="rect">
            <a:avLst/>
          </a:prstGeom>
        </p:spPr>
      </p:pic>
      <p:sp>
        <p:nvSpPr>
          <p:cNvPr id="20" name="Text 13"/>
          <p:cNvSpPr txBox="1"/>
          <p:nvPr/>
        </p:nvSpPr>
        <p:spPr>
          <a:xfrm>
            <a:off x="5349240" y="2610612"/>
            <a:ext cx="3246120" cy="256032"/>
          </a:xfrm>
          <a:prstGeom prst="rect">
            <a:avLst/>
          </a:prstGeom>
          <a:noFill/>
          <a:ln/>
        </p:spPr>
        <p:txBody>
          <a:bodyPr wrap="square" lIns="0" tIns="0" rIns="0" bIns="0" rtlCol="0" anchor="ctr"/>
          <a:lstStyle/>
          <a:p>
            <a:pPr algn="ctr" indent="0" marL="0">
              <a:buNone/>
            </a:pPr>
            <a:r>
              <a:rPr lang="en-US" sz="1000" dirty="0">
                <a:solidFill>
                  <a:srgbClr val="7D909C"/>
                </a:solidFill>
              </a:rPr>
              <a:t>메인 PCB 부품 사진</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번호 4"/>
          <p:cNvSpPr/>
          <p:nvPr/>
        </p:nvSpPr>
        <p:spPr>
          <a:xfrm>
            <a:off x="457200" y="457200"/>
            <a:ext cx="457200" cy="457200"/>
          </a:xfrm>
          <a:prstGeom prst="ellipse">
            <a:avLst/>
          </a:prstGeom>
          <a:solidFill>
            <a:schemeClr val="accent2"/>
          </a:solidFill>
          <a:ln w="12700">
            <a:solidFill>
              <a:schemeClr val="bg1"/>
            </a:solidFill>
            <a:prstDash val="solid"/>
          </a:ln>
        </p:spPr>
      </p:sp>
      <p:sp>
        <p:nvSpPr>
          <p:cNvPr id="3" name="Text 1"/>
          <p:cNvSpPr txBox="1"/>
          <p:nvPr/>
        </p:nvSpPr>
        <p:spPr>
          <a:xfrm>
            <a:off x="457200" y="457200"/>
            <a:ext cx="457200" cy="457200"/>
          </a:xfrm>
          <a:prstGeom prst="rect">
            <a:avLst/>
          </a:prstGeom>
          <a:noFill/>
          <a:ln/>
        </p:spPr>
        <p:txBody>
          <a:bodyPr wrap="square" lIns="0" tIns="0" rIns="0" bIns="0" rtlCol="0" anchor="ctr"/>
          <a:lstStyle/>
          <a:p>
            <a:pPr algn="ctr" indent="0" marL="0">
              <a:buNone/>
            </a:pPr>
            <a:r>
              <a:rPr lang="en-US" sz="1800" b="1" dirty="0">
                <a:solidFill>
                  <a:schemeClr val="tx2"/>
                </a:solidFill>
              </a:rPr>
              <a:t>4</a:t>
            </a:r>
            <a:endParaRPr lang="en-US" sz="1800" dirty="0"/>
          </a:p>
        </p:txBody>
      </p:sp>
      <p:sp>
        <p:nvSpPr>
          <p:cNvPr id="4" name="Text 2"/>
          <p:cNvSpPr txBox="1"/>
          <p:nvPr/>
        </p:nvSpPr>
        <p:spPr>
          <a:xfrm>
            <a:off x="1024128" y="457200"/>
            <a:ext cx="1828800" cy="457200"/>
          </a:xfrm>
          <a:prstGeom prst="rect">
            <a:avLst/>
          </a:prstGeom>
          <a:noFill/>
          <a:ln/>
        </p:spPr>
        <p:txBody>
          <a:bodyPr wrap="square" lIns="0" tIns="0" rIns="0" bIns="0" rtlCol="0" anchor="ctr"/>
          <a:lstStyle/>
          <a:p>
            <a:pPr indent="0" marL="0">
              <a:buNone/>
            </a:pPr>
            <a:r>
              <a:rPr lang="en-US" sz="1400" b="1" dirty="0">
                <a:solidFill>
                  <a:schemeClr val="accent1"/>
                </a:solidFill>
              </a:rPr>
              <a:t>부품 04</a:t>
            </a:r>
            <a:endParaRPr lang="en-US" sz="1400" dirty="0"/>
          </a:p>
        </p:txBody>
      </p:sp>
      <p:sp>
        <p:nvSpPr>
          <p:cNvPr id="5" name="Text 3"/>
          <p:cNvSpPr txBox="1"/>
          <p:nvPr/>
        </p:nvSpPr>
        <p:spPr>
          <a:xfrm>
            <a:off x="457200" y="1024128"/>
            <a:ext cx="4480560" cy="640080"/>
          </a:xfrm>
          <a:prstGeom prst="rect">
            <a:avLst/>
          </a:prstGeom>
          <a:noFill/>
          <a:ln/>
        </p:spPr>
        <p:txBody>
          <a:bodyPr wrap="square" lIns="0" tIns="0" rIns="0" bIns="0" rtlCol="0" anchor="ctr">
            <a:normAutofit/>
          </a:bodyPr>
          <a:lstStyle/>
          <a:p>
            <a:pPr indent="0" marL="0">
              <a:buNone/>
            </a:pPr>
            <a:r>
              <a:rPr lang="en-US" sz="3000" b="1" dirty="0">
                <a:solidFill>
                  <a:schemeClr val="tx2"/>
                </a:solidFill>
              </a:rPr>
              <a:t>급수부 (솔레노이드 밸브)</a:t>
            </a:r>
            <a:endParaRPr lang="en-US" sz="3000" dirty="0"/>
          </a:p>
        </p:txBody>
      </p:sp>
      <p:sp>
        <p:nvSpPr>
          <p:cNvPr id="6" name="Text 4"/>
          <p:cNvSpPr txBox="1"/>
          <p:nvPr/>
        </p:nvSpPr>
        <p:spPr>
          <a:xfrm>
            <a:off x="457200" y="1664208"/>
            <a:ext cx="4480560" cy="274320"/>
          </a:xfrm>
          <a:prstGeom prst="rect">
            <a:avLst/>
          </a:prstGeom>
          <a:noFill/>
          <a:ln/>
        </p:spPr>
        <p:txBody>
          <a:bodyPr wrap="square" lIns="0" tIns="0" rIns="0" bIns="0" rtlCol="0" anchor="ctr">
            <a:normAutofit/>
          </a:bodyPr>
          <a:lstStyle/>
          <a:p>
            <a:pPr indent="0" marL="0">
              <a:buNone/>
            </a:pPr>
            <a:r>
              <a:rPr lang="en-US" sz="1200" dirty="0">
                <a:solidFill>
                  <a:schemeClr val="accent5"/>
                </a:solidFill>
              </a:rPr>
              <a:t>대림바스 DB-4000 비데 · 비데로 들어가는 물을 열고 닫는 부분</a:t>
            </a:r>
            <a:endParaRPr lang="en-US" sz="1200" dirty="0"/>
          </a:p>
        </p:txBody>
      </p:sp>
      <p:pic>
        <p:nvPicPr>
          <p:cNvPr id="7" name="Image 0" descr="preencoded.png">    </p:cNvPr>
          <p:cNvPicPr>
            <a:picLocks noChangeAspect="1"/>
          </p:cNvPicPr>
          <p:nvPr/>
        </p:nvPicPr>
        <p:blipFill>
          <a:blip r:embed="rId1"/>
          <a:stretch>
            <a:fillRect/>
          </a:stretch>
        </p:blipFill>
        <p:spPr>
          <a:xfrm>
            <a:off x="457200" y="2212848"/>
            <a:ext cx="237744" cy="237744"/>
          </a:xfrm>
          <a:prstGeom prst="rect">
            <a:avLst/>
          </a:prstGeom>
        </p:spPr>
      </p:pic>
      <p:sp>
        <p:nvSpPr>
          <p:cNvPr id="8" name="Text 5"/>
          <p:cNvSpPr txBox="1"/>
          <p:nvPr/>
        </p:nvSpPr>
        <p:spPr>
          <a:xfrm>
            <a:off x="777240" y="2167128"/>
            <a:ext cx="4114800" cy="329184"/>
          </a:xfrm>
          <a:prstGeom prst="rect">
            <a:avLst/>
          </a:prstGeom>
          <a:noFill/>
          <a:ln/>
        </p:spPr>
        <p:txBody>
          <a:bodyPr wrap="square" lIns="0" tIns="0" rIns="0" bIns="0" rtlCol="0" anchor="ctr"/>
          <a:lstStyle/>
          <a:p>
            <a:pPr indent="0" marL="0">
              <a:buNone/>
            </a:pPr>
            <a:r>
              <a:rPr lang="en-US" sz="1500" b="1" dirty="0">
                <a:solidFill>
                  <a:schemeClr val="accent3"/>
                </a:solidFill>
              </a:rPr>
              <a:t>이런 증상이면 교체가 필요해요</a:t>
            </a:r>
            <a:endParaRPr lang="en-US" sz="1500" dirty="0"/>
          </a:p>
        </p:txBody>
      </p:sp>
      <p:sp>
        <p:nvSpPr>
          <p:cNvPr id="9" name="증상"/>
          <p:cNvSpPr/>
          <p:nvPr/>
        </p:nvSpPr>
        <p:spPr>
          <a:xfrm>
            <a:off x="457200" y="2633472"/>
            <a:ext cx="4480560" cy="512064"/>
          </a:xfrm>
          <a:prstGeom prst="roundRect">
            <a:avLst>
              <a:gd name="adj" fmla="val 17857"/>
            </a:avLst>
          </a:prstGeom>
          <a:solidFill>
            <a:schemeClr val="bg1"/>
          </a:solidFill>
          <a:ln/>
          <a:effectLst>
            <a:outerShdw sx="100000" sy="100000" kx="0" ky="0" algn="bl" rotWithShape="0" blurRad="101600" dist="25400" dir="5400000">
              <a:srgbClr val="12324A">
                <a:alpha val="10000"/>
              </a:srgbClr>
            </a:outerShdw>
          </a:effectLst>
        </p:spPr>
      </p:sp>
      <p:pic>
        <p:nvPicPr>
          <p:cNvPr id="10" name="Image 1" descr="preencoded.png">    </p:cNvPr>
          <p:cNvPicPr>
            <a:picLocks noChangeAspect="1"/>
          </p:cNvPicPr>
          <p:nvPr/>
        </p:nvPicPr>
        <p:blipFill>
          <a:blip r:embed="rId2"/>
          <a:stretch>
            <a:fillRect/>
          </a:stretch>
        </p:blipFill>
        <p:spPr>
          <a:xfrm>
            <a:off x="621792" y="2770632"/>
            <a:ext cx="237744" cy="237744"/>
          </a:xfrm>
          <a:prstGeom prst="rect">
            <a:avLst/>
          </a:prstGeom>
        </p:spPr>
      </p:pic>
      <p:sp>
        <p:nvSpPr>
          <p:cNvPr id="11" name="Text 7"/>
          <p:cNvSpPr txBox="1"/>
          <p:nvPr/>
        </p:nvSpPr>
        <p:spPr>
          <a:xfrm>
            <a:off x="960120" y="2633472"/>
            <a:ext cx="3886200" cy="512064"/>
          </a:xfrm>
          <a:prstGeom prst="rect">
            <a:avLst/>
          </a:prstGeom>
          <a:noFill/>
          <a:ln/>
        </p:spPr>
        <p:txBody>
          <a:bodyPr wrap="square" lIns="0" tIns="0" rIns="0" bIns="0" rtlCol="0" anchor="ctr">
            <a:normAutofit/>
          </a:bodyPr>
          <a:lstStyle/>
          <a:p>
            <a:pPr indent="0" marL="0">
              <a:buNone/>
            </a:pPr>
            <a:r>
              <a:rPr lang="en-US" sz="1400" dirty="0">
                <a:solidFill>
                  <a:schemeClr val="tx1"/>
                </a:solidFill>
              </a:rPr>
              <a:t>세정 버튼을 눌러도 물이 나오지 않아요</a:t>
            </a:r>
            <a:endParaRPr lang="en-US" sz="1400" dirty="0"/>
          </a:p>
        </p:txBody>
      </p:sp>
      <p:sp>
        <p:nvSpPr>
          <p:cNvPr id="12" name="증상"/>
          <p:cNvSpPr/>
          <p:nvPr/>
        </p:nvSpPr>
        <p:spPr>
          <a:xfrm>
            <a:off x="457200" y="3255264"/>
            <a:ext cx="4480560" cy="512064"/>
          </a:xfrm>
          <a:prstGeom prst="roundRect">
            <a:avLst>
              <a:gd name="adj" fmla="val 17857"/>
            </a:avLst>
          </a:prstGeom>
          <a:solidFill>
            <a:schemeClr val="bg1"/>
          </a:solidFill>
          <a:ln/>
          <a:effectLst>
            <a:outerShdw sx="100000" sy="100000" kx="0" ky="0" algn="bl" rotWithShape="0" blurRad="101600" dist="25400" dir="5400000">
              <a:srgbClr val="12324A">
                <a:alpha val="10000"/>
              </a:srgbClr>
            </a:outerShdw>
          </a:effectLst>
        </p:spPr>
      </p:sp>
      <p:pic>
        <p:nvPicPr>
          <p:cNvPr id="13" name="Image 2" descr="preencoded.png">    </p:cNvPr>
          <p:cNvPicPr>
            <a:picLocks noChangeAspect="1"/>
          </p:cNvPicPr>
          <p:nvPr/>
        </p:nvPicPr>
        <p:blipFill>
          <a:blip r:embed="rId3"/>
          <a:stretch>
            <a:fillRect/>
          </a:stretch>
        </p:blipFill>
        <p:spPr>
          <a:xfrm>
            <a:off x="621792" y="3392424"/>
            <a:ext cx="237744" cy="237744"/>
          </a:xfrm>
          <a:prstGeom prst="rect">
            <a:avLst/>
          </a:prstGeom>
        </p:spPr>
      </p:pic>
      <p:sp>
        <p:nvSpPr>
          <p:cNvPr id="14" name="Text 9"/>
          <p:cNvSpPr txBox="1"/>
          <p:nvPr/>
        </p:nvSpPr>
        <p:spPr>
          <a:xfrm>
            <a:off x="960120" y="3255264"/>
            <a:ext cx="3886200" cy="512064"/>
          </a:xfrm>
          <a:prstGeom prst="rect">
            <a:avLst/>
          </a:prstGeom>
          <a:noFill/>
          <a:ln/>
        </p:spPr>
        <p:txBody>
          <a:bodyPr wrap="square" lIns="0" tIns="0" rIns="0" bIns="0" rtlCol="0" anchor="ctr">
            <a:normAutofit/>
          </a:bodyPr>
          <a:lstStyle/>
          <a:p>
            <a:pPr indent="0" marL="0">
              <a:buNone/>
            </a:pPr>
            <a:r>
              <a:rPr lang="en-US" sz="1400" dirty="0">
                <a:solidFill>
                  <a:schemeClr val="tx1"/>
                </a:solidFill>
              </a:rPr>
              <a:t>'딸깍' 소리만 나고 물이 안 나와요</a:t>
            </a:r>
            <a:endParaRPr lang="en-US" sz="1400" dirty="0"/>
          </a:p>
        </p:txBody>
      </p:sp>
      <p:sp>
        <p:nvSpPr>
          <p:cNvPr id="15" name="증상"/>
          <p:cNvSpPr/>
          <p:nvPr/>
        </p:nvSpPr>
        <p:spPr>
          <a:xfrm>
            <a:off x="457200" y="3877056"/>
            <a:ext cx="4480560" cy="512064"/>
          </a:xfrm>
          <a:prstGeom prst="roundRect">
            <a:avLst>
              <a:gd name="adj" fmla="val 17857"/>
            </a:avLst>
          </a:prstGeom>
          <a:solidFill>
            <a:schemeClr val="bg1"/>
          </a:solidFill>
          <a:ln/>
          <a:effectLst>
            <a:outerShdw sx="100000" sy="100000" kx="0" ky="0" algn="bl" rotWithShape="0" blurRad="101600" dist="25400" dir="5400000">
              <a:srgbClr val="12324A">
                <a:alpha val="10000"/>
              </a:srgbClr>
            </a:outerShdw>
          </a:effectLst>
        </p:spPr>
      </p:sp>
      <p:pic>
        <p:nvPicPr>
          <p:cNvPr id="16" name="Image 3" descr="preencoded.png">    </p:cNvPr>
          <p:cNvPicPr>
            <a:picLocks noChangeAspect="1"/>
          </p:cNvPicPr>
          <p:nvPr/>
        </p:nvPicPr>
        <p:blipFill>
          <a:blip r:embed="rId4"/>
          <a:stretch>
            <a:fillRect/>
          </a:stretch>
        </p:blipFill>
        <p:spPr>
          <a:xfrm>
            <a:off x="621792" y="4014216"/>
            <a:ext cx="237744" cy="237744"/>
          </a:xfrm>
          <a:prstGeom prst="rect">
            <a:avLst/>
          </a:prstGeom>
        </p:spPr>
      </p:pic>
      <p:sp>
        <p:nvSpPr>
          <p:cNvPr id="17" name="Text 11"/>
          <p:cNvSpPr txBox="1"/>
          <p:nvPr/>
        </p:nvSpPr>
        <p:spPr>
          <a:xfrm>
            <a:off x="960120" y="3877056"/>
            <a:ext cx="3886200" cy="512064"/>
          </a:xfrm>
          <a:prstGeom prst="rect">
            <a:avLst/>
          </a:prstGeom>
          <a:noFill/>
          <a:ln/>
        </p:spPr>
        <p:txBody>
          <a:bodyPr wrap="square" lIns="0" tIns="0" rIns="0" bIns="0" rtlCol="0" anchor="ctr">
            <a:normAutofit/>
          </a:bodyPr>
          <a:lstStyle/>
          <a:p>
            <a:pPr indent="0" marL="0">
              <a:buNone/>
            </a:pPr>
            <a:r>
              <a:rPr lang="en-US" sz="1400" dirty="0">
                <a:solidFill>
                  <a:schemeClr val="tx1"/>
                </a:solidFill>
              </a:rPr>
              <a:t>사용하지 않을 때도 물이 계속 흘러요</a:t>
            </a:r>
            <a:endParaRPr lang="en-US" sz="1400" dirty="0"/>
          </a:p>
        </p:txBody>
      </p:sp>
      <p:sp>
        <p:nvSpPr>
          <p:cNvPr id="18" name="사진 자리"/>
          <p:cNvSpPr/>
          <p:nvPr/>
        </p:nvSpPr>
        <p:spPr>
          <a:xfrm>
            <a:off x="5257800" y="457200"/>
            <a:ext cx="3429000" cy="4069080"/>
          </a:xfrm>
          <a:prstGeom prst="roundRect">
            <a:avLst>
              <a:gd name="adj" fmla="val 3200"/>
            </a:avLst>
          </a:prstGeom>
          <a:solidFill>
            <a:schemeClr val="accent6"/>
          </a:solidFill>
          <a:ln w="15875">
            <a:solidFill>
              <a:srgbClr val="B4C4CF"/>
            </a:solidFill>
            <a:prstDash val="dash"/>
          </a:ln>
        </p:spPr>
      </p:sp>
      <p:pic>
        <p:nvPicPr>
          <p:cNvPr id="19" name="Image 4" descr="preencoded.png">    </p:cNvPr>
          <p:cNvPicPr>
            <a:picLocks noChangeAspect="1"/>
          </p:cNvPicPr>
          <p:nvPr/>
        </p:nvPicPr>
        <p:blipFill>
          <a:blip r:embed="rId5"/>
          <a:stretch>
            <a:fillRect/>
          </a:stretch>
        </p:blipFill>
        <p:spPr>
          <a:xfrm>
            <a:off x="6743700" y="2116836"/>
            <a:ext cx="457200" cy="457200"/>
          </a:xfrm>
          <a:prstGeom prst="rect">
            <a:avLst/>
          </a:prstGeom>
        </p:spPr>
      </p:pic>
      <p:sp>
        <p:nvSpPr>
          <p:cNvPr id="20" name="Text 13"/>
          <p:cNvSpPr txBox="1"/>
          <p:nvPr/>
        </p:nvSpPr>
        <p:spPr>
          <a:xfrm>
            <a:off x="5349240" y="2610612"/>
            <a:ext cx="3246120" cy="256032"/>
          </a:xfrm>
          <a:prstGeom prst="rect">
            <a:avLst/>
          </a:prstGeom>
          <a:noFill/>
          <a:ln/>
        </p:spPr>
        <p:txBody>
          <a:bodyPr wrap="square" lIns="0" tIns="0" rIns="0" bIns="0" rtlCol="0" anchor="ctr"/>
          <a:lstStyle/>
          <a:p>
            <a:pPr algn="ctr" indent="0" marL="0">
              <a:buNone/>
            </a:pPr>
            <a:r>
              <a:rPr lang="en-US" sz="1000" dirty="0">
                <a:solidFill>
                  <a:srgbClr val="7D909C"/>
                </a:solidFill>
              </a:rPr>
              <a:t>급수부 부품 사진</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777240"/>
            <a:ext cx="4572000" cy="365760"/>
          </a:xfrm>
          <a:prstGeom prst="rect">
            <a:avLst/>
          </a:prstGeom>
          <a:noFill/>
          <a:ln/>
        </p:spPr>
        <p:txBody>
          <a:bodyPr wrap="square" lIns="0" tIns="0" rIns="0" bIns="0" rtlCol="0" anchor="ctr"/>
          <a:lstStyle/>
          <a:p>
            <a:pPr indent="0" marL="0">
              <a:buNone/>
            </a:pPr>
            <a:r>
              <a:rPr lang="en-US" sz="1600" b="1" dirty="0">
                <a:solidFill>
                  <a:schemeClr val="accent1"/>
                </a:solidFill>
              </a:rPr>
              <a:t>수리 완료!</a:t>
            </a:r>
            <a:endParaRPr lang="en-US" sz="1600" dirty="0"/>
          </a:p>
        </p:txBody>
      </p:sp>
      <p:sp>
        <p:nvSpPr>
          <p:cNvPr id="3" name="Text 1"/>
          <p:cNvSpPr txBox="1"/>
          <p:nvPr/>
        </p:nvSpPr>
        <p:spPr>
          <a:xfrm>
            <a:off x="548640" y="1188720"/>
            <a:ext cx="4754880" cy="1280160"/>
          </a:xfrm>
          <a:prstGeom prst="rect">
            <a:avLst/>
          </a:prstGeom>
          <a:noFill/>
          <a:ln/>
        </p:spPr>
        <p:txBody>
          <a:bodyPr wrap="square" lIns="0" tIns="0" rIns="0" bIns="0" rtlCol="0" anchor="t"/>
          <a:lstStyle/>
          <a:p>
            <a:pPr indent="0" marL="0">
              <a:buNone/>
            </a:pPr>
            <a:r>
              <a:rPr lang="en-US" sz="3200" b="1" dirty="0">
                <a:solidFill>
                  <a:schemeClr val="bg1"/>
                </a:solidFill>
              </a:rPr>
              <a:t>필요한 부품은</a:t>
            </a:r>
            <a:endParaRPr lang="en-US" sz="3200" dirty="0"/>
          </a:p>
          <a:p>
            <a:pPr indent="0" marL="0">
              <a:buNone/>
            </a:pPr>
            <a:r>
              <a:rPr lang="en-US" sz="3200" b="1" dirty="0">
                <a:solidFill>
                  <a:schemeClr val="bg1"/>
                </a:solidFill>
              </a:rPr>
              <a:t>바로바스에서 찾으세요</a:t>
            </a:r>
            <a:endParaRPr lang="en-US" sz="3200" dirty="0"/>
          </a:p>
        </p:txBody>
      </p:sp>
      <p:sp>
        <p:nvSpPr>
          <p:cNvPr id="4" name="Text 2"/>
          <p:cNvSpPr txBox="1"/>
          <p:nvPr/>
        </p:nvSpPr>
        <p:spPr>
          <a:xfrm>
            <a:off x="548640" y="2560320"/>
            <a:ext cx="4754880" cy="320040"/>
          </a:xfrm>
          <a:prstGeom prst="rect">
            <a:avLst/>
          </a:prstGeom>
          <a:noFill/>
          <a:ln/>
        </p:spPr>
        <p:txBody>
          <a:bodyPr wrap="square" lIns="0" tIns="0" rIns="0" bIns="0" rtlCol="0" anchor="ctr"/>
          <a:lstStyle/>
          <a:p>
            <a:pPr indent="0" marL="0">
              <a:buNone/>
            </a:pPr>
            <a:r>
              <a:rPr lang="en-US" sz="1400" dirty="0">
                <a:solidFill>
                  <a:srgbClr val="B8CCD8"/>
                </a:solidFill>
              </a:rPr>
              <a:t>대림바스 DB-4000 비데 교체 부품</a:t>
            </a:r>
            <a:endParaRPr lang="en-US" sz="1400" dirty="0"/>
          </a:p>
        </p:txBody>
      </p:sp>
      <p:sp>
        <p:nvSpPr>
          <p:cNvPr id="5" name="Shape 3"/>
          <p:cNvSpPr/>
          <p:nvPr/>
        </p:nvSpPr>
        <p:spPr>
          <a:xfrm>
            <a:off x="548640" y="3154680"/>
            <a:ext cx="4206240" cy="548640"/>
          </a:xfrm>
          <a:prstGeom prst="roundRect">
            <a:avLst>
              <a:gd name="adj" fmla="val 50000"/>
            </a:avLst>
          </a:prstGeom>
          <a:solidFill>
            <a:schemeClr val="bg1"/>
          </a:solidFill>
          <a:ln/>
        </p:spPr>
      </p:sp>
      <p:pic>
        <p:nvPicPr>
          <p:cNvPr id="6" name="Image 0" descr="preencoded.png">    </p:cNvPr>
          <p:cNvPicPr>
            <a:picLocks noChangeAspect="1"/>
          </p:cNvPicPr>
          <p:nvPr/>
        </p:nvPicPr>
        <p:blipFill>
          <a:blip r:embed="rId1"/>
          <a:stretch>
            <a:fillRect/>
          </a:stretch>
        </p:blipFill>
        <p:spPr>
          <a:xfrm>
            <a:off x="749808" y="3291840"/>
            <a:ext cx="274320" cy="274320"/>
          </a:xfrm>
          <a:prstGeom prst="rect">
            <a:avLst/>
          </a:prstGeom>
        </p:spPr>
      </p:pic>
      <p:sp>
        <p:nvSpPr>
          <p:cNvPr id="7" name="Text 4"/>
          <p:cNvSpPr txBox="1"/>
          <p:nvPr/>
        </p:nvSpPr>
        <p:spPr>
          <a:xfrm>
            <a:off x="1115568" y="3154680"/>
            <a:ext cx="3566160" cy="548640"/>
          </a:xfrm>
          <a:prstGeom prst="rect">
            <a:avLst/>
          </a:prstGeom>
          <a:noFill/>
          <a:ln/>
        </p:spPr>
        <p:txBody>
          <a:bodyPr wrap="square" lIns="0" tIns="0" rIns="0" bIns="0" rtlCol="0" anchor="ctr"/>
          <a:lstStyle/>
          <a:p>
            <a:pPr indent="0" marL="0">
              <a:buNone/>
            </a:pPr>
            <a:r>
              <a:rPr lang="en-US" sz="1500" dirty="0">
                <a:solidFill>
                  <a:schemeClr val="tx1"/>
                </a:solidFill>
              </a:rPr>
              <a:t>네이버에서 </a:t>
            </a:r>
            <a:pPr indent="0" marL="0">
              <a:buNone/>
            </a:pPr>
            <a:r>
              <a:rPr lang="en-US" sz="1500" b="1" dirty="0">
                <a:solidFill>
                  <a:schemeClr val="accent1"/>
                </a:solidFill>
              </a:rPr>
              <a:t>'바로바스'</a:t>
            </a:r>
            <a:pPr indent="0" marL="0">
              <a:buNone/>
            </a:pPr>
            <a:r>
              <a:rPr lang="en-US" sz="1500" dirty="0">
                <a:solidFill>
                  <a:schemeClr val="tx1"/>
                </a:solidFill>
              </a:rPr>
              <a:t> 검색</a:t>
            </a:r>
            <a:endParaRPr lang="en-US" sz="1500" dirty="0"/>
          </a:p>
        </p:txBody>
      </p:sp>
      <p:pic>
        <p:nvPicPr>
          <p:cNvPr id="8" name="Image 1" descr="preencoded.png">    </p:cNvPr>
          <p:cNvPicPr>
            <a:picLocks noChangeAspect="1"/>
          </p:cNvPicPr>
          <p:nvPr/>
        </p:nvPicPr>
        <p:blipFill>
          <a:blip r:embed="rId2"/>
          <a:stretch>
            <a:fillRect/>
          </a:stretch>
        </p:blipFill>
        <p:spPr>
          <a:xfrm>
            <a:off x="548640" y="3959352"/>
            <a:ext cx="292608" cy="292608"/>
          </a:xfrm>
          <a:prstGeom prst="rect">
            <a:avLst/>
          </a:prstGeom>
        </p:spPr>
      </p:pic>
      <p:sp>
        <p:nvSpPr>
          <p:cNvPr id="9" name="Text 5"/>
          <p:cNvSpPr txBox="1"/>
          <p:nvPr/>
        </p:nvSpPr>
        <p:spPr>
          <a:xfrm>
            <a:off x="932688" y="3931920"/>
            <a:ext cx="4114800" cy="347472"/>
          </a:xfrm>
          <a:prstGeom prst="rect">
            <a:avLst/>
          </a:prstGeom>
          <a:noFill/>
          <a:ln/>
        </p:spPr>
        <p:txBody>
          <a:bodyPr wrap="square" lIns="0" tIns="0" rIns="0" bIns="0" rtlCol="0" anchor="ctr"/>
          <a:lstStyle/>
          <a:p>
            <a:pPr indent="0" marL="0">
              <a:buNone/>
            </a:pPr>
            <a:r>
              <a:rPr lang="en-US" sz="1300" dirty="0">
                <a:solidFill>
                  <a:srgbClr val="B8CCD8"/>
                </a:solidFill>
              </a:rPr>
              <a:t>구독하고 다른 부품 교체 영상도 확인하세요</a:t>
            </a:r>
            <a:endParaRPr lang="en-US" sz="1300" dirty="0"/>
          </a:p>
        </p:txBody>
      </p:sp>
      <p:sp>
        <p:nvSpPr>
          <p:cNvPr id="10" name="사진 자리"/>
          <p:cNvSpPr/>
          <p:nvPr/>
        </p:nvSpPr>
        <p:spPr>
          <a:xfrm>
            <a:off x="5349240" y="457200"/>
            <a:ext cx="3291840" cy="4069080"/>
          </a:xfrm>
          <a:prstGeom prst="roundRect">
            <a:avLst>
              <a:gd name="adj" fmla="val 3333"/>
            </a:avLst>
          </a:prstGeom>
          <a:solidFill>
            <a:schemeClr val="accent4"/>
          </a:solidFill>
          <a:ln w="15875">
            <a:solidFill>
              <a:srgbClr val="5F8096"/>
            </a:solidFill>
            <a:prstDash val="dash"/>
          </a:ln>
        </p:spPr>
      </p:sp>
      <p:pic>
        <p:nvPicPr>
          <p:cNvPr id="11" name="Image 2" descr="preencoded.png">    </p:cNvPr>
          <p:cNvPicPr>
            <a:picLocks noChangeAspect="1"/>
          </p:cNvPicPr>
          <p:nvPr/>
        </p:nvPicPr>
        <p:blipFill>
          <a:blip r:embed="rId3"/>
          <a:stretch>
            <a:fillRect/>
          </a:stretch>
        </p:blipFill>
        <p:spPr>
          <a:xfrm>
            <a:off x="6766560" y="2116836"/>
            <a:ext cx="457200" cy="457200"/>
          </a:xfrm>
          <a:prstGeom prst="rect">
            <a:avLst/>
          </a:prstGeom>
        </p:spPr>
      </p:pic>
      <p:sp>
        <p:nvSpPr>
          <p:cNvPr id="12" name="Text 7"/>
          <p:cNvSpPr txBox="1"/>
          <p:nvPr/>
        </p:nvSpPr>
        <p:spPr>
          <a:xfrm>
            <a:off x="5440680" y="2610612"/>
            <a:ext cx="3108960" cy="256032"/>
          </a:xfrm>
          <a:prstGeom prst="rect">
            <a:avLst/>
          </a:prstGeom>
          <a:noFill/>
          <a:ln/>
        </p:spPr>
        <p:txBody>
          <a:bodyPr wrap="square" lIns="0" tIns="0" rIns="0" bIns="0" rtlCol="0" anchor="ctr"/>
          <a:lstStyle/>
          <a:p>
            <a:pPr algn="ctr" indent="0" marL="0">
              <a:buNone/>
            </a:pPr>
            <a:r>
              <a:rPr lang="en-US" sz="1000" dirty="0">
                <a:solidFill>
                  <a:srgbClr val="8FB0C4"/>
                </a:solidFill>
              </a:rPr>
              <a:t>수리 완료된 제품 사진</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914400"/>
            <a:ext cx="4572000" cy="320040"/>
          </a:xfrm>
          <a:prstGeom prst="rect">
            <a:avLst/>
          </a:prstGeom>
          <a:noFill/>
          <a:ln/>
        </p:spPr>
        <p:txBody>
          <a:bodyPr wrap="square" lIns="0" tIns="0" rIns="0" bIns="0" rtlCol="0" anchor="ctr"/>
          <a:lstStyle/>
          <a:p>
            <a:pPr indent="0" marL="0">
              <a:buNone/>
            </a:pPr>
            <a:r>
              <a:rPr lang="en-US" sz="1500" b="1" dirty="0">
                <a:solidFill>
                  <a:schemeClr val="accent1"/>
                </a:solidFill>
              </a:rPr>
              <a:t>대림바스 DB-4000 비데</a:t>
            </a:r>
            <a:endParaRPr lang="en-US" sz="1500" dirty="0"/>
          </a:p>
        </p:txBody>
      </p:sp>
      <p:sp>
        <p:nvSpPr>
          <p:cNvPr id="3" name="Text 1"/>
          <p:cNvSpPr txBox="1"/>
          <p:nvPr/>
        </p:nvSpPr>
        <p:spPr>
          <a:xfrm>
            <a:off x="548640" y="1325880"/>
            <a:ext cx="4663440" cy="1463040"/>
          </a:xfrm>
          <a:prstGeom prst="rect">
            <a:avLst/>
          </a:prstGeom>
          <a:noFill/>
          <a:ln/>
        </p:spPr>
        <p:txBody>
          <a:bodyPr wrap="square" lIns="0" tIns="0" rIns="0" bIns="0" rtlCol="0" anchor="t">
            <a:normAutofit/>
          </a:bodyPr>
          <a:lstStyle/>
          <a:p>
            <a:pPr indent="0" marL="0">
              <a:buNone/>
            </a:pPr>
            <a:r>
              <a:rPr lang="en-US" sz="3800" b="1" dirty="0">
                <a:solidFill>
                  <a:schemeClr val="accent2"/>
                </a:solidFill>
              </a:rPr>
              <a:t>노즐</a:t>
            </a:r>
            <a:pPr indent="0" marL="0">
              <a:buNone/>
            </a:pPr>
            <a:endParaRPr lang="en-US" sz="3800" dirty="0"/>
          </a:p>
          <a:p>
            <a:pPr indent="0" marL="0">
              <a:buNone/>
            </a:pPr>
            <a:r>
              <a:rPr lang="en-US" sz="3800" b="1" dirty="0">
                <a:solidFill>
                  <a:schemeClr val="bg1"/>
                </a:solidFill>
              </a:rPr>
              <a:t>교체 방법</a:t>
            </a:r>
            <a:endParaRPr lang="en-US" sz="3800" dirty="0"/>
          </a:p>
        </p:txBody>
      </p:sp>
      <p:sp>
        <p:nvSpPr>
          <p:cNvPr id="4" name="Text 2"/>
          <p:cNvSpPr txBox="1"/>
          <p:nvPr/>
        </p:nvSpPr>
        <p:spPr>
          <a:xfrm>
            <a:off x="548640" y="2926080"/>
            <a:ext cx="4572000" cy="320040"/>
          </a:xfrm>
          <a:prstGeom prst="rect">
            <a:avLst/>
          </a:prstGeom>
          <a:noFill/>
          <a:ln/>
        </p:spPr>
        <p:txBody>
          <a:bodyPr wrap="square" lIns="0" tIns="0" rIns="0" bIns="0" rtlCol="0" anchor="ctr"/>
          <a:lstStyle/>
          <a:p>
            <a:pPr indent="0" marL="0">
              <a:buNone/>
            </a:pPr>
            <a:r>
              <a:rPr lang="en-US" sz="1400" dirty="0">
                <a:solidFill>
                  <a:srgbClr val="B8CCD8"/>
                </a:solidFill>
              </a:rPr>
              <a:t>고장 증상 확인부터 교체까지 한 번에</a:t>
            </a:r>
            <a:endParaRPr lang="en-US" sz="1400" dirty="0"/>
          </a:p>
        </p:txBody>
      </p:sp>
      <p:sp>
        <p:nvSpPr>
          <p:cNvPr id="5" name="번호 1"/>
          <p:cNvSpPr/>
          <p:nvPr/>
        </p:nvSpPr>
        <p:spPr>
          <a:xfrm>
            <a:off x="548640" y="3566160"/>
            <a:ext cx="457200" cy="457200"/>
          </a:xfrm>
          <a:prstGeom prst="ellipse">
            <a:avLst/>
          </a:prstGeom>
          <a:solidFill>
            <a:schemeClr val="accent2"/>
          </a:solidFill>
          <a:ln w="12700">
            <a:solidFill>
              <a:schemeClr val="bg1"/>
            </a:solidFill>
            <a:prstDash val="solid"/>
          </a:ln>
        </p:spPr>
      </p:sp>
      <p:sp>
        <p:nvSpPr>
          <p:cNvPr id="6" name="Text 4"/>
          <p:cNvSpPr txBox="1"/>
          <p:nvPr/>
        </p:nvSpPr>
        <p:spPr>
          <a:xfrm>
            <a:off x="548640" y="3566160"/>
            <a:ext cx="457200" cy="457200"/>
          </a:xfrm>
          <a:prstGeom prst="rect">
            <a:avLst/>
          </a:prstGeom>
          <a:noFill/>
          <a:ln/>
        </p:spPr>
        <p:txBody>
          <a:bodyPr wrap="square" lIns="0" tIns="0" rIns="0" bIns="0" rtlCol="0" anchor="ctr"/>
          <a:lstStyle/>
          <a:p>
            <a:pPr algn="ctr" indent="0" marL="0">
              <a:buNone/>
            </a:pPr>
            <a:r>
              <a:rPr lang="en-US" sz="1800" b="1" dirty="0">
                <a:solidFill>
                  <a:schemeClr val="tx2"/>
                </a:solidFill>
              </a:rPr>
              <a:t>1</a:t>
            </a:r>
            <a:endParaRPr lang="en-US" sz="1800" dirty="0"/>
          </a:p>
        </p:txBody>
      </p:sp>
      <p:sp>
        <p:nvSpPr>
          <p:cNvPr id="7" name="Text 5"/>
          <p:cNvSpPr txBox="1"/>
          <p:nvPr/>
        </p:nvSpPr>
        <p:spPr>
          <a:xfrm>
            <a:off x="1115568" y="3566160"/>
            <a:ext cx="4023360" cy="457200"/>
          </a:xfrm>
          <a:prstGeom prst="rect">
            <a:avLst/>
          </a:prstGeom>
          <a:noFill/>
          <a:ln/>
        </p:spPr>
        <p:txBody>
          <a:bodyPr wrap="square" lIns="0" tIns="0" rIns="0" bIns="0" rtlCol="0" anchor="ctr">
            <a:normAutofit/>
          </a:bodyPr>
          <a:lstStyle/>
          <a:p>
            <a:pPr indent="0" marL="0">
              <a:buNone/>
            </a:pPr>
            <a:r>
              <a:rPr lang="en-US" sz="1300" dirty="0">
                <a:solidFill>
                  <a:srgbClr val="B8CCD8"/>
                </a:solidFill>
              </a:rPr>
              <a:t>부품 01 · 세정수를 분사하는 부분</a:t>
            </a:r>
            <a:endParaRPr lang="en-US" sz="1300" dirty="0"/>
          </a:p>
        </p:txBody>
      </p:sp>
      <p:sp>
        <p:nvSpPr>
          <p:cNvPr id="8" name="사진 자리"/>
          <p:cNvSpPr/>
          <p:nvPr/>
        </p:nvSpPr>
        <p:spPr>
          <a:xfrm>
            <a:off x="5349240" y="457200"/>
            <a:ext cx="3291840" cy="4069080"/>
          </a:xfrm>
          <a:prstGeom prst="roundRect">
            <a:avLst>
              <a:gd name="adj" fmla="val 3333"/>
            </a:avLst>
          </a:prstGeom>
          <a:solidFill>
            <a:schemeClr val="accent4"/>
          </a:solidFill>
          <a:ln w="15875">
            <a:solidFill>
              <a:srgbClr val="5F8096"/>
            </a:solidFill>
            <a:prstDash val="dash"/>
          </a:ln>
        </p:spPr>
      </p:sp>
      <p:pic>
        <p:nvPicPr>
          <p:cNvPr id="9" name="Image 0" descr="preencoded.png">    </p:cNvPr>
          <p:cNvPicPr>
            <a:picLocks noChangeAspect="1"/>
          </p:cNvPicPr>
          <p:nvPr/>
        </p:nvPicPr>
        <p:blipFill>
          <a:blip r:embed="rId1"/>
          <a:stretch>
            <a:fillRect/>
          </a:stretch>
        </p:blipFill>
        <p:spPr>
          <a:xfrm>
            <a:off x="6766560" y="2116836"/>
            <a:ext cx="457200" cy="457200"/>
          </a:xfrm>
          <a:prstGeom prst="rect">
            <a:avLst/>
          </a:prstGeom>
        </p:spPr>
      </p:pic>
      <p:sp>
        <p:nvSpPr>
          <p:cNvPr id="10" name="Text 7"/>
          <p:cNvSpPr txBox="1"/>
          <p:nvPr/>
        </p:nvSpPr>
        <p:spPr>
          <a:xfrm>
            <a:off x="5440680" y="2610612"/>
            <a:ext cx="3108960" cy="256032"/>
          </a:xfrm>
          <a:prstGeom prst="rect">
            <a:avLst/>
          </a:prstGeom>
          <a:noFill/>
          <a:ln/>
        </p:spPr>
        <p:txBody>
          <a:bodyPr wrap="square" lIns="0" tIns="0" rIns="0" bIns="0" rtlCol="0" anchor="ctr"/>
          <a:lstStyle/>
          <a:p>
            <a:pPr algn="ctr" indent="0" marL="0">
              <a:buNone/>
            </a:pPr>
            <a:r>
              <a:rPr lang="en-US" sz="1000" dirty="0">
                <a:solidFill>
                  <a:srgbClr val="8FB0C4"/>
                </a:solidFill>
              </a:rPr>
              <a:t>노즐 부품 사진</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914400"/>
            <a:ext cx="4572000" cy="320040"/>
          </a:xfrm>
          <a:prstGeom prst="rect">
            <a:avLst/>
          </a:prstGeom>
          <a:noFill/>
          <a:ln/>
        </p:spPr>
        <p:txBody>
          <a:bodyPr wrap="square" lIns="0" tIns="0" rIns="0" bIns="0" rtlCol="0" anchor="ctr"/>
          <a:lstStyle/>
          <a:p>
            <a:pPr indent="0" marL="0">
              <a:buNone/>
            </a:pPr>
            <a:r>
              <a:rPr lang="en-US" sz="1500" b="1" dirty="0">
                <a:solidFill>
                  <a:schemeClr val="accent1"/>
                </a:solidFill>
              </a:rPr>
              <a:t>대림바스 DB-4000 비데</a:t>
            </a:r>
            <a:endParaRPr lang="en-US" sz="1500" dirty="0"/>
          </a:p>
        </p:txBody>
      </p:sp>
      <p:sp>
        <p:nvSpPr>
          <p:cNvPr id="3" name="Text 1"/>
          <p:cNvSpPr txBox="1"/>
          <p:nvPr/>
        </p:nvSpPr>
        <p:spPr>
          <a:xfrm>
            <a:off x="548640" y="1325880"/>
            <a:ext cx="4663440" cy="1463040"/>
          </a:xfrm>
          <a:prstGeom prst="rect">
            <a:avLst/>
          </a:prstGeom>
          <a:noFill/>
          <a:ln/>
        </p:spPr>
        <p:txBody>
          <a:bodyPr wrap="square" lIns="0" tIns="0" rIns="0" bIns="0" rtlCol="0" anchor="t">
            <a:normAutofit/>
          </a:bodyPr>
          <a:lstStyle/>
          <a:p>
            <a:pPr indent="0" marL="0">
              <a:buNone/>
            </a:pPr>
            <a:r>
              <a:rPr lang="en-US" sz="3800" b="1" dirty="0">
                <a:solidFill>
                  <a:schemeClr val="accent2"/>
                </a:solidFill>
              </a:rPr>
              <a:t>온수탱크</a:t>
            </a:r>
            <a:pPr indent="0" marL="0">
              <a:buNone/>
            </a:pPr>
            <a:endParaRPr lang="en-US" sz="3800" dirty="0"/>
          </a:p>
          <a:p>
            <a:pPr indent="0" marL="0">
              <a:buNone/>
            </a:pPr>
            <a:r>
              <a:rPr lang="en-US" sz="3800" b="1" dirty="0">
                <a:solidFill>
                  <a:schemeClr val="bg1"/>
                </a:solidFill>
              </a:rPr>
              <a:t>교체 방법</a:t>
            </a:r>
            <a:endParaRPr lang="en-US" sz="3800" dirty="0"/>
          </a:p>
        </p:txBody>
      </p:sp>
      <p:sp>
        <p:nvSpPr>
          <p:cNvPr id="4" name="Text 2"/>
          <p:cNvSpPr txBox="1"/>
          <p:nvPr/>
        </p:nvSpPr>
        <p:spPr>
          <a:xfrm>
            <a:off x="548640" y="2926080"/>
            <a:ext cx="4572000" cy="320040"/>
          </a:xfrm>
          <a:prstGeom prst="rect">
            <a:avLst/>
          </a:prstGeom>
          <a:noFill/>
          <a:ln/>
        </p:spPr>
        <p:txBody>
          <a:bodyPr wrap="square" lIns="0" tIns="0" rIns="0" bIns="0" rtlCol="0" anchor="ctr"/>
          <a:lstStyle/>
          <a:p>
            <a:pPr indent="0" marL="0">
              <a:buNone/>
            </a:pPr>
            <a:r>
              <a:rPr lang="en-US" sz="1400" dirty="0">
                <a:solidFill>
                  <a:srgbClr val="B8CCD8"/>
                </a:solidFill>
              </a:rPr>
              <a:t>고장 증상 확인부터 교체까지 한 번에</a:t>
            </a:r>
            <a:endParaRPr lang="en-US" sz="1400" dirty="0"/>
          </a:p>
        </p:txBody>
      </p:sp>
      <p:sp>
        <p:nvSpPr>
          <p:cNvPr id="5" name="번호 2"/>
          <p:cNvSpPr/>
          <p:nvPr/>
        </p:nvSpPr>
        <p:spPr>
          <a:xfrm>
            <a:off x="548640" y="3566160"/>
            <a:ext cx="457200" cy="457200"/>
          </a:xfrm>
          <a:prstGeom prst="ellipse">
            <a:avLst/>
          </a:prstGeom>
          <a:solidFill>
            <a:schemeClr val="accent2"/>
          </a:solidFill>
          <a:ln w="12700">
            <a:solidFill>
              <a:schemeClr val="bg1"/>
            </a:solidFill>
            <a:prstDash val="solid"/>
          </a:ln>
        </p:spPr>
      </p:sp>
      <p:sp>
        <p:nvSpPr>
          <p:cNvPr id="6" name="Text 4"/>
          <p:cNvSpPr txBox="1"/>
          <p:nvPr/>
        </p:nvSpPr>
        <p:spPr>
          <a:xfrm>
            <a:off x="548640" y="3566160"/>
            <a:ext cx="457200" cy="457200"/>
          </a:xfrm>
          <a:prstGeom prst="rect">
            <a:avLst/>
          </a:prstGeom>
          <a:noFill/>
          <a:ln/>
        </p:spPr>
        <p:txBody>
          <a:bodyPr wrap="square" lIns="0" tIns="0" rIns="0" bIns="0" rtlCol="0" anchor="ctr"/>
          <a:lstStyle/>
          <a:p>
            <a:pPr algn="ctr" indent="0" marL="0">
              <a:buNone/>
            </a:pPr>
            <a:r>
              <a:rPr lang="en-US" sz="1800" b="1" dirty="0">
                <a:solidFill>
                  <a:schemeClr val="tx2"/>
                </a:solidFill>
              </a:rPr>
              <a:t>2</a:t>
            </a:r>
            <a:endParaRPr lang="en-US" sz="1800" dirty="0"/>
          </a:p>
        </p:txBody>
      </p:sp>
      <p:sp>
        <p:nvSpPr>
          <p:cNvPr id="7" name="Text 5"/>
          <p:cNvSpPr txBox="1"/>
          <p:nvPr/>
        </p:nvSpPr>
        <p:spPr>
          <a:xfrm>
            <a:off x="1115568" y="3566160"/>
            <a:ext cx="4023360" cy="457200"/>
          </a:xfrm>
          <a:prstGeom prst="rect">
            <a:avLst/>
          </a:prstGeom>
          <a:noFill/>
          <a:ln/>
        </p:spPr>
        <p:txBody>
          <a:bodyPr wrap="square" lIns="0" tIns="0" rIns="0" bIns="0" rtlCol="0" anchor="ctr">
            <a:normAutofit/>
          </a:bodyPr>
          <a:lstStyle/>
          <a:p>
            <a:pPr indent="0" marL="0">
              <a:buNone/>
            </a:pPr>
            <a:r>
              <a:rPr lang="en-US" sz="1300" dirty="0">
                <a:solidFill>
                  <a:srgbClr val="B8CCD8"/>
                </a:solidFill>
              </a:rPr>
              <a:t>부품 02 · 세정수를 데워 저장하는 부분</a:t>
            </a:r>
            <a:endParaRPr lang="en-US" sz="1300" dirty="0"/>
          </a:p>
        </p:txBody>
      </p:sp>
      <p:sp>
        <p:nvSpPr>
          <p:cNvPr id="8" name="사진 자리"/>
          <p:cNvSpPr/>
          <p:nvPr/>
        </p:nvSpPr>
        <p:spPr>
          <a:xfrm>
            <a:off x="5349240" y="457200"/>
            <a:ext cx="3291840" cy="4069080"/>
          </a:xfrm>
          <a:prstGeom prst="roundRect">
            <a:avLst>
              <a:gd name="adj" fmla="val 3333"/>
            </a:avLst>
          </a:prstGeom>
          <a:solidFill>
            <a:schemeClr val="accent4"/>
          </a:solidFill>
          <a:ln w="15875">
            <a:solidFill>
              <a:srgbClr val="5F8096"/>
            </a:solidFill>
            <a:prstDash val="dash"/>
          </a:ln>
        </p:spPr>
      </p:sp>
      <p:pic>
        <p:nvPicPr>
          <p:cNvPr id="9" name="Image 0" descr="preencoded.png">    </p:cNvPr>
          <p:cNvPicPr>
            <a:picLocks noChangeAspect="1"/>
          </p:cNvPicPr>
          <p:nvPr/>
        </p:nvPicPr>
        <p:blipFill>
          <a:blip r:embed="rId1"/>
          <a:stretch>
            <a:fillRect/>
          </a:stretch>
        </p:blipFill>
        <p:spPr>
          <a:xfrm>
            <a:off x="6766560" y="2116836"/>
            <a:ext cx="457200" cy="457200"/>
          </a:xfrm>
          <a:prstGeom prst="rect">
            <a:avLst/>
          </a:prstGeom>
        </p:spPr>
      </p:pic>
      <p:sp>
        <p:nvSpPr>
          <p:cNvPr id="10" name="Text 7"/>
          <p:cNvSpPr txBox="1"/>
          <p:nvPr/>
        </p:nvSpPr>
        <p:spPr>
          <a:xfrm>
            <a:off x="5440680" y="2610612"/>
            <a:ext cx="3108960" cy="256032"/>
          </a:xfrm>
          <a:prstGeom prst="rect">
            <a:avLst/>
          </a:prstGeom>
          <a:noFill/>
          <a:ln/>
        </p:spPr>
        <p:txBody>
          <a:bodyPr wrap="square" lIns="0" tIns="0" rIns="0" bIns="0" rtlCol="0" anchor="ctr"/>
          <a:lstStyle/>
          <a:p>
            <a:pPr algn="ctr" indent="0" marL="0">
              <a:buNone/>
            </a:pPr>
            <a:r>
              <a:rPr lang="en-US" sz="1000" dirty="0">
                <a:solidFill>
                  <a:srgbClr val="8FB0C4"/>
                </a:solidFill>
              </a:rPr>
              <a:t>온수탱크 부품 사진</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914400"/>
            <a:ext cx="4572000" cy="320040"/>
          </a:xfrm>
          <a:prstGeom prst="rect">
            <a:avLst/>
          </a:prstGeom>
          <a:noFill/>
          <a:ln/>
        </p:spPr>
        <p:txBody>
          <a:bodyPr wrap="square" lIns="0" tIns="0" rIns="0" bIns="0" rtlCol="0" anchor="ctr"/>
          <a:lstStyle/>
          <a:p>
            <a:pPr indent="0" marL="0">
              <a:buNone/>
            </a:pPr>
            <a:r>
              <a:rPr lang="en-US" sz="1500" b="1" dirty="0">
                <a:solidFill>
                  <a:schemeClr val="accent1"/>
                </a:solidFill>
              </a:rPr>
              <a:t>대림바스 DB-4000 비데</a:t>
            </a:r>
            <a:endParaRPr lang="en-US" sz="1500" dirty="0"/>
          </a:p>
        </p:txBody>
      </p:sp>
      <p:sp>
        <p:nvSpPr>
          <p:cNvPr id="3" name="Text 1"/>
          <p:cNvSpPr txBox="1"/>
          <p:nvPr/>
        </p:nvSpPr>
        <p:spPr>
          <a:xfrm>
            <a:off x="548640" y="1325880"/>
            <a:ext cx="4663440" cy="1463040"/>
          </a:xfrm>
          <a:prstGeom prst="rect">
            <a:avLst/>
          </a:prstGeom>
          <a:noFill/>
          <a:ln/>
        </p:spPr>
        <p:txBody>
          <a:bodyPr wrap="square" lIns="0" tIns="0" rIns="0" bIns="0" rtlCol="0" anchor="t">
            <a:normAutofit/>
          </a:bodyPr>
          <a:lstStyle/>
          <a:p>
            <a:pPr indent="0" marL="0">
              <a:buNone/>
            </a:pPr>
            <a:r>
              <a:rPr lang="en-US" sz="3800" b="1" dirty="0">
                <a:solidFill>
                  <a:schemeClr val="accent2"/>
                </a:solidFill>
              </a:rPr>
              <a:t>메인 PCB</a:t>
            </a:r>
            <a:pPr indent="0" marL="0">
              <a:buNone/>
            </a:pPr>
            <a:endParaRPr lang="en-US" sz="3800" dirty="0"/>
          </a:p>
          <a:p>
            <a:pPr indent="0" marL="0">
              <a:buNone/>
            </a:pPr>
            <a:r>
              <a:rPr lang="en-US" sz="3800" b="1" dirty="0">
                <a:solidFill>
                  <a:schemeClr val="bg1"/>
                </a:solidFill>
              </a:rPr>
              <a:t>교체 방법</a:t>
            </a:r>
            <a:endParaRPr lang="en-US" sz="3800" dirty="0"/>
          </a:p>
        </p:txBody>
      </p:sp>
      <p:sp>
        <p:nvSpPr>
          <p:cNvPr id="4" name="Text 2"/>
          <p:cNvSpPr txBox="1"/>
          <p:nvPr/>
        </p:nvSpPr>
        <p:spPr>
          <a:xfrm>
            <a:off x="548640" y="2926080"/>
            <a:ext cx="4572000" cy="320040"/>
          </a:xfrm>
          <a:prstGeom prst="rect">
            <a:avLst/>
          </a:prstGeom>
          <a:noFill/>
          <a:ln/>
        </p:spPr>
        <p:txBody>
          <a:bodyPr wrap="square" lIns="0" tIns="0" rIns="0" bIns="0" rtlCol="0" anchor="ctr"/>
          <a:lstStyle/>
          <a:p>
            <a:pPr indent="0" marL="0">
              <a:buNone/>
            </a:pPr>
            <a:r>
              <a:rPr lang="en-US" sz="1400" dirty="0">
                <a:solidFill>
                  <a:srgbClr val="B8CCD8"/>
                </a:solidFill>
              </a:rPr>
              <a:t>고장 증상 확인부터 교체까지 한 번에</a:t>
            </a:r>
            <a:endParaRPr lang="en-US" sz="1400" dirty="0"/>
          </a:p>
        </p:txBody>
      </p:sp>
      <p:sp>
        <p:nvSpPr>
          <p:cNvPr id="5" name="번호 3"/>
          <p:cNvSpPr/>
          <p:nvPr/>
        </p:nvSpPr>
        <p:spPr>
          <a:xfrm>
            <a:off x="548640" y="3566160"/>
            <a:ext cx="457200" cy="457200"/>
          </a:xfrm>
          <a:prstGeom prst="ellipse">
            <a:avLst/>
          </a:prstGeom>
          <a:solidFill>
            <a:schemeClr val="accent2"/>
          </a:solidFill>
          <a:ln w="12700">
            <a:solidFill>
              <a:schemeClr val="bg1"/>
            </a:solidFill>
            <a:prstDash val="solid"/>
          </a:ln>
        </p:spPr>
      </p:sp>
      <p:sp>
        <p:nvSpPr>
          <p:cNvPr id="6" name="Text 4"/>
          <p:cNvSpPr txBox="1"/>
          <p:nvPr/>
        </p:nvSpPr>
        <p:spPr>
          <a:xfrm>
            <a:off x="548640" y="3566160"/>
            <a:ext cx="457200" cy="457200"/>
          </a:xfrm>
          <a:prstGeom prst="rect">
            <a:avLst/>
          </a:prstGeom>
          <a:noFill/>
          <a:ln/>
        </p:spPr>
        <p:txBody>
          <a:bodyPr wrap="square" lIns="0" tIns="0" rIns="0" bIns="0" rtlCol="0" anchor="ctr"/>
          <a:lstStyle/>
          <a:p>
            <a:pPr algn="ctr" indent="0" marL="0">
              <a:buNone/>
            </a:pPr>
            <a:r>
              <a:rPr lang="en-US" sz="1800" b="1" dirty="0">
                <a:solidFill>
                  <a:schemeClr val="tx2"/>
                </a:solidFill>
              </a:rPr>
              <a:t>3</a:t>
            </a:r>
            <a:endParaRPr lang="en-US" sz="1800" dirty="0"/>
          </a:p>
        </p:txBody>
      </p:sp>
      <p:sp>
        <p:nvSpPr>
          <p:cNvPr id="7" name="Text 5"/>
          <p:cNvSpPr txBox="1"/>
          <p:nvPr/>
        </p:nvSpPr>
        <p:spPr>
          <a:xfrm>
            <a:off x="1115568" y="3566160"/>
            <a:ext cx="4023360" cy="457200"/>
          </a:xfrm>
          <a:prstGeom prst="rect">
            <a:avLst/>
          </a:prstGeom>
          <a:noFill/>
          <a:ln/>
        </p:spPr>
        <p:txBody>
          <a:bodyPr wrap="square" lIns="0" tIns="0" rIns="0" bIns="0" rtlCol="0" anchor="ctr">
            <a:normAutofit/>
          </a:bodyPr>
          <a:lstStyle/>
          <a:p>
            <a:pPr indent="0" marL="0">
              <a:buNone/>
            </a:pPr>
            <a:r>
              <a:rPr lang="en-US" sz="1300" dirty="0">
                <a:solidFill>
                  <a:srgbClr val="B8CCD8"/>
                </a:solidFill>
              </a:rPr>
              <a:t>부품 03 · 비데 전체 동작을 제어하는 부분</a:t>
            </a:r>
            <a:endParaRPr lang="en-US" sz="1300" dirty="0"/>
          </a:p>
        </p:txBody>
      </p:sp>
      <p:sp>
        <p:nvSpPr>
          <p:cNvPr id="8" name="사진 자리"/>
          <p:cNvSpPr/>
          <p:nvPr/>
        </p:nvSpPr>
        <p:spPr>
          <a:xfrm>
            <a:off x="5349240" y="457200"/>
            <a:ext cx="3291840" cy="4069080"/>
          </a:xfrm>
          <a:prstGeom prst="roundRect">
            <a:avLst>
              <a:gd name="adj" fmla="val 3333"/>
            </a:avLst>
          </a:prstGeom>
          <a:solidFill>
            <a:schemeClr val="accent4"/>
          </a:solidFill>
          <a:ln w="15875">
            <a:solidFill>
              <a:srgbClr val="5F8096"/>
            </a:solidFill>
            <a:prstDash val="dash"/>
          </a:ln>
        </p:spPr>
      </p:sp>
      <p:pic>
        <p:nvPicPr>
          <p:cNvPr id="9" name="Image 0" descr="preencoded.png">    </p:cNvPr>
          <p:cNvPicPr>
            <a:picLocks noChangeAspect="1"/>
          </p:cNvPicPr>
          <p:nvPr/>
        </p:nvPicPr>
        <p:blipFill>
          <a:blip r:embed="rId1"/>
          <a:stretch>
            <a:fillRect/>
          </a:stretch>
        </p:blipFill>
        <p:spPr>
          <a:xfrm>
            <a:off x="6766560" y="2116836"/>
            <a:ext cx="457200" cy="457200"/>
          </a:xfrm>
          <a:prstGeom prst="rect">
            <a:avLst/>
          </a:prstGeom>
        </p:spPr>
      </p:pic>
      <p:sp>
        <p:nvSpPr>
          <p:cNvPr id="10" name="Text 7"/>
          <p:cNvSpPr txBox="1"/>
          <p:nvPr/>
        </p:nvSpPr>
        <p:spPr>
          <a:xfrm>
            <a:off x="5440680" y="2610612"/>
            <a:ext cx="3108960" cy="256032"/>
          </a:xfrm>
          <a:prstGeom prst="rect">
            <a:avLst/>
          </a:prstGeom>
          <a:noFill/>
          <a:ln/>
        </p:spPr>
        <p:txBody>
          <a:bodyPr wrap="square" lIns="0" tIns="0" rIns="0" bIns="0" rtlCol="0" anchor="ctr"/>
          <a:lstStyle/>
          <a:p>
            <a:pPr algn="ctr" indent="0" marL="0">
              <a:buNone/>
            </a:pPr>
            <a:r>
              <a:rPr lang="en-US" sz="1000" dirty="0">
                <a:solidFill>
                  <a:srgbClr val="8FB0C4"/>
                </a:solidFill>
              </a:rPr>
              <a:t>메인 PCB 부품 사진</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914400"/>
            <a:ext cx="4572000" cy="320040"/>
          </a:xfrm>
          <a:prstGeom prst="rect">
            <a:avLst/>
          </a:prstGeom>
          <a:noFill/>
          <a:ln/>
        </p:spPr>
        <p:txBody>
          <a:bodyPr wrap="square" lIns="0" tIns="0" rIns="0" bIns="0" rtlCol="0" anchor="ctr"/>
          <a:lstStyle/>
          <a:p>
            <a:pPr indent="0" marL="0">
              <a:buNone/>
            </a:pPr>
            <a:r>
              <a:rPr lang="en-US" sz="1500" b="1" dirty="0">
                <a:solidFill>
                  <a:schemeClr val="accent1"/>
                </a:solidFill>
              </a:rPr>
              <a:t>대림바스 DB-4000 비데</a:t>
            </a:r>
            <a:endParaRPr lang="en-US" sz="1500" dirty="0"/>
          </a:p>
        </p:txBody>
      </p:sp>
      <p:sp>
        <p:nvSpPr>
          <p:cNvPr id="3" name="Text 1"/>
          <p:cNvSpPr txBox="1"/>
          <p:nvPr/>
        </p:nvSpPr>
        <p:spPr>
          <a:xfrm>
            <a:off x="548640" y="1325880"/>
            <a:ext cx="4663440" cy="1463040"/>
          </a:xfrm>
          <a:prstGeom prst="rect">
            <a:avLst/>
          </a:prstGeom>
          <a:noFill/>
          <a:ln/>
        </p:spPr>
        <p:txBody>
          <a:bodyPr wrap="square" lIns="0" tIns="0" rIns="0" bIns="0" rtlCol="0" anchor="t">
            <a:normAutofit/>
          </a:bodyPr>
          <a:lstStyle/>
          <a:p>
            <a:pPr indent="0" marL="0">
              <a:buNone/>
            </a:pPr>
            <a:r>
              <a:rPr lang="en-US" sz="3800" b="1" dirty="0">
                <a:solidFill>
                  <a:schemeClr val="accent2"/>
                </a:solidFill>
              </a:rPr>
              <a:t>급수부</a:t>
            </a:r>
            <a:pPr indent="0" marL="0">
              <a:buNone/>
            </a:pPr>
            <a:endParaRPr lang="en-US" sz="3800" dirty="0"/>
          </a:p>
          <a:p>
            <a:pPr indent="0" marL="0">
              <a:buNone/>
            </a:pPr>
            <a:r>
              <a:rPr lang="en-US" sz="3800" b="1" dirty="0">
                <a:solidFill>
                  <a:schemeClr val="bg1"/>
                </a:solidFill>
              </a:rPr>
              <a:t>교체 방법</a:t>
            </a:r>
            <a:endParaRPr lang="en-US" sz="3800" dirty="0"/>
          </a:p>
        </p:txBody>
      </p:sp>
      <p:sp>
        <p:nvSpPr>
          <p:cNvPr id="4" name="Text 2"/>
          <p:cNvSpPr txBox="1"/>
          <p:nvPr/>
        </p:nvSpPr>
        <p:spPr>
          <a:xfrm>
            <a:off x="548640" y="2926080"/>
            <a:ext cx="4572000" cy="320040"/>
          </a:xfrm>
          <a:prstGeom prst="rect">
            <a:avLst/>
          </a:prstGeom>
          <a:noFill/>
          <a:ln/>
        </p:spPr>
        <p:txBody>
          <a:bodyPr wrap="square" lIns="0" tIns="0" rIns="0" bIns="0" rtlCol="0" anchor="ctr"/>
          <a:lstStyle/>
          <a:p>
            <a:pPr indent="0" marL="0">
              <a:buNone/>
            </a:pPr>
            <a:r>
              <a:rPr lang="en-US" sz="1400" dirty="0">
                <a:solidFill>
                  <a:srgbClr val="B8CCD8"/>
                </a:solidFill>
              </a:rPr>
              <a:t>고장 증상 확인부터 교체까지 한 번에</a:t>
            </a:r>
            <a:endParaRPr lang="en-US" sz="1400" dirty="0"/>
          </a:p>
        </p:txBody>
      </p:sp>
      <p:sp>
        <p:nvSpPr>
          <p:cNvPr id="5" name="번호 4"/>
          <p:cNvSpPr/>
          <p:nvPr/>
        </p:nvSpPr>
        <p:spPr>
          <a:xfrm>
            <a:off x="548640" y="3566160"/>
            <a:ext cx="457200" cy="457200"/>
          </a:xfrm>
          <a:prstGeom prst="ellipse">
            <a:avLst/>
          </a:prstGeom>
          <a:solidFill>
            <a:schemeClr val="accent2"/>
          </a:solidFill>
          <a:ln w="12700">
            <a:solidFill>
              <a:schemeClr val="bg1"/>
            </a:solidFill>
            <a:prstDash val="solid"/>
          </a:ln>
        </p:spPr>
      </p:sp>
      <p:sp>
        <p:nvSpPr>
          <p:cNvPr id="6" name="Text 4"/>
          <p:cNvSpPr txBox="1"/>
          <p:nvPr/>
        </p:nvSpPr>
        <p:spPr>
          <a:xfrm>
            <a:off x="548640" y="3566160"/>
            <a:ext cx="457200" cy="457200"/>
          </a:xfrm>
          <a:prstGeom prst="rect">
            <a:avLst/>
          </a:prstGeom>
          <a:noFill/>
          <a:ln/>
        </p:spPr>
        <p:txBody>
          <a:bodyPr wrap="square" lIns="0" tIns="0" rIns="0" bIns="0" rtlCol="0" anchor="ctr"/>
          <a:lstStyle/>
          <a:p>
            <a:pPr algn="ctr" indent="0" marL="0">
              <a:buNone/>
            </a:pPr>
            <a:r>
              <a:rPr lang="en-US" sz="1800" b="1" dirty="0">
                <a:solidFill>
                  <a:schemeClr val="tx2"/>
                </a:solidFill>
              </a:rPr>
              <a:t>4</a:t>
            </a:r>
            <a:endParaRPr lang="en-US" sz="1800" dirty="0"/>
          </a:p>
        </p:txBody>
      </p:sp>
      <p:sp>
        <p:nvSpPr>
          <p:cNvPr id="7" name="Text 5"/>
          <p:cNvSpPr txBox="1"/>
          <p:nvPr/>
        </p:nvSpPr>
        <p:spPr>
          <a:xfrm>
            <a:off x="1115568" y="3566160"/>
            <a:ext cx="4023360" cy="457200"/>
          </a:xfrm>
          <a:prstGeom prst="rect">
            <a:avLst/>
          </a:prstGeom>
          <a:noFill/>
          <a:ln/>
        </p:spPr>
        <p:txBody>
          <a:bodyPr wrap="square" lIns="0" tIns="0" rIns="0" bIns="0" rtlCol="0" anchor="ctr">
            <a:normAutofit/>
          </a:bodyPr>
          <a:lstStyle/>
          <a:p>
            <a:pPr indent="0" marL="0">
              <a:buNone/>
            </a:pPr>
            <a:r>
              <a:rPr lang="en-US" sz="1300" dirty="0">
                <a:solidFill>
                  <a:srgbClr val="B8CCD8"/>
                </a:solidFill>
              </a:rPr>
              <a:t>부품 04 · 비데로 들어가는 물을 열고 닫는 부분</a:t>
            </a:r>
            <a:endParaRPr lang="en-US" sz="1300" dirty="0"/>
          </a:p>
        </p:txBody>
      </p:sp>
      <p:sp>
        <p:nvSpPr>
          <p:cNvPr id="8" name="사진 자리"/>
          <p:cNvSpPr/>
          <p:nvPr/>
        </p:nvSpPr>
        <p:spPr>
          <a:xfrm>
            <a:off x="5349240" y="457200"/>
            <a:ext cx="3291840" cy="4069080"/>
          </a:xfrm>
          <a:prstGeom prst="roundRect">
            <a:avLst>
              <a:gd name="adj" fmla="val 3333"/>
            </a:avLst>
          </a:prstGeom>
          <a:solidFill>
            <a:schemeClr val="accent4"/>
          </a:solidFill>
          <a:ln w="15875">
            <a:solidFill>
              <a:srgbClr val="5F8096"/>
            </a:solidFill>
            <a:prstDash val="dash"/>
          </a:ln>
        </p:spPr>
      </p:sp>
      <p:pic>
        <p:nvPicPr>
          <p:cNvPr id="9" name="Image 0" descr="preencoded.png">    </p:cNvPr>
          <p:cNvPicPr>
            <a:picLocks noChangeAspect="1"/>
          </p:cNvPicPr>
          <p:nvPr/>
        </p:nvPicPr>
        <p:blipFill>
          <a:blip r:embed="rId1"/>
          <a:stretch>
            <a:fillRect/>
          </a:stretch>
        </p:blipFill>
        <p:spPr>
          <a:xfrm>
            <a:off x="6766560" y="2116836"/>
            <a:ext cx="457200" cy="457200"/>
          </a:xfrm>
          <a:prstGeom prst="rect">
            <a:avLst/>
          </a:prstGeom>
        </p:spPr>
      </p:pic>
      <p:sp>
        <p:nvSpPr>
          <p:cNvPr id="10" name="Text 7"/>
          <p:cNvSpPr txBox="1"/>
          <p:nvPr/>
        </p:nvSpPr>
        <p:spPr>
          <a:xfrm>
            <a:off x="5440680" y="2610612"/>
            <a:ext cx="3108960" cy="256032"/>
          </a:xfrm>
          <a:prstGeom prst="rect">
            <a:avLst/>
          </a:prstGeom>
          <a:noFill/>
          <a:ln/>
        </p:spPr>
        <p:txBody>
          <a:bodyPr wrap="square" lIns="0" tIns="0" rIns="0" bIns="0" rtlCol="0" anchor="ctr"/>
          <a:lstStyle/>
          <a:p>
            <a:pPr algn="ctr" indent="0" marL="0">
              <a:buNone/>
            </a:pPr>
            <a:r>
              <a:rPr lang="en-US" sz="1000" dirty="0">
                <a:solidFill>
                  <a:srgbClr val="8FB0C4"/>
                </a:solidFill>
              </a:rPr>
              <a:t>급수부 부품 사진</a:t>
            </a:r>
            <a:endParaRPr lang="en-US" sz="1000" dirty="0"/>
          </a:p>
        </p:txBody>
      </p:sp>
    </p:spTree>
  </p:cSld>
  <p:clrMapOvr>
    <a:masterClrMapping/>
  </p:clrMapOvr>
</p:sld>
</file>

<file path=ppt/theme/theme1.xml><?xml version="1.0" encoding="utf-8"?>
<a:theme xmlns:a="http://schemas.openxmlformats.org/drawingml/2006/main" name="Barobath">
  <a:themeElements>
    <a:clrScheme name="Barobath">
      <a:dk1>
        <a:srgbClr val="1E2A33"/>
      </a:dk1>
      <a:lt1>
        <a:srgbClr val="FFFFFF"/>
      </a:lt1>
      <a:dk2>
        <a:srgbClr val="12324A"/>
      </a:dk2>
      <a:lt2>
        <a:srgbClr val="F4F8FA"/>
      </a:lt2>
      <a:accent1>
        <a:srgbClr val="1FA3B8"/>
      </a:accent1>
      <a:accent2>
        <a:srgbClr val="FFB547"/>
      </a:accent2>
      <a:accent3>
        <a:srgbClr val="E5484D"/>
      </a:accent3>
      <a:accent4>
        <a:srgbClr val="1C4762"/>
      </a:accent4>
      <a:accent5>
        <a:srgbClr val="5D707D"/>
      </a:accent5>
      <a:accent6>
        <a:srgbClr val="E6EDF1"/>
      </a:accent6>
      <a:hlink>
        <a:srgbClr val="1FA3B8"/>
      </a:hlink>
      <a:folHlink>
        <a:srgbClr val="5D707D"/>
      </a:folHlink>
    </a:clrScheme>
    <a:fontScheme name="Barobath">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DB-4000 비데 부품 안내</dc:title>
  <dc:subject>PptxGenJS Presentation</dc:subject>
  <dc:creator>바로바스</dc:creator>
  <cp:lastModifiedBy>바로바스</cp:lastModifiedBy>
  <cp:revision>1</cp:revision>
  <dcterms:created xsi:type="dcterms:W3CDTF">2026-10-15T04:04:13Z</dcterms:created>
  <dcterms:modified xsi:type="dcterms:W3CDTF">2026-10-15T04:04:13Z</dcterms:modified>
</cp:coreProperties>
</file>